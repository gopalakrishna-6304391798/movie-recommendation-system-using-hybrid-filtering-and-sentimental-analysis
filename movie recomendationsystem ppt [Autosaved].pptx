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42" r:id="rId1"/>
  </p:sldMasterIdLst>
  <p:sldIdLst>
    <p:sldId id="280" r:id="rId2"/>
    <p:sldId id="271" r:id="rId3"/>
    <p:sldId id="257" r:id="rId4"/>
    <p:sldId id="270" r:id="rId5"/>
    <p:sldId id="259" r:id="rId6"/>
    <p:sldId id="274" r:id="rId7"/>
    <p:sldId id="260" r:id="rId8"/>
    <p:sldId id="266" r:id="rId9"/>
    <p:sldId id="261" r:id="rId10"/>
    <p:sldId id="272" r:id="rId11"/>
    <p:sldId id="263" r:id="rId12"/>
    <p:sldId id="264" r:id="rId13"/>
    <p:sldId id="352" r:id="rId14"/>
    <p:sldId id="277" r:id="rId15"/>
    <p:sldId id="355" r:id="rId16"/>
    <p:sldId id="279" r:id="rId17"/>
    <p:sldId id="354" r:id="rId18"/>
    <p:sldId id="376" r:id="rId19"/>
    <p:sldId id="378" r:id="rId20"/>
    <p:sldId id="374" r:id="rId21"/>
    <p:sldId id="375" r:id="rId22"/>
    <p:sldId id="283" r:id="rId23"/>
    <p:sldId id="379" r:id="rId24"/>
    <p:sldId id="275"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651" autoAdjust="0"/>
    <p:restoredTop sz="94660"/>
  </p:normalViewPr>
  <p:slideViewPr>
    <p:cSldViewPr snapToGrid="0">
      <p:cViewPr varScale="1">
        <p:scale>
          <a:sx n="85" d="100"/>
          <a:sy n="85" d="100"/>
        </p:scale>
        <p:origin x="744"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OPANA GOPALA KRISHNA" userId="8d4d026dbfe8e030" providerId="LiveId" clId="{879FC06D-16C2-4178-BCEC-B59B1A028E87}"/>
    <pc:docChg chg="custSel addSld modSld">
      <pc:chgData name="GOPANA GOPALA KRISHNA" userId="8d4d026dbfe8e030" providerId="LiveId" clId="{879FC06D-16C2-4178-BCEC-B59B1A028E87}" dt="2022-08-22T07:21:57.551" v="71" actId="27636"/>
      <pc:docMkLst>
        <pc:docMk/>
      </pc:docMkLst>
      <pc:sldChg chg="add">
        <pc:chgData name="GOPANA GOPALA KRISHNA" userId="8d4d026dbfe8e030" providerId="LiveId" clId="{879FC06D-16C2-4178-BCEC-B59B1A028E87}" dt="2022-08-13T02:41:24.641" v="1"/>
        <pc:sldMkLst>
          <pc:docMk/>
          <pc:sldMk cId="0" sldId="259"/>
        </pc:sldMkLst>
      </pc:sldChg>
      <pc:sldChg chg="add">
        <pc:chgData name="GOPANA GOPALA KRISHNA" userId="8d4d026dbfe8e030" providerId="LiveId" clId="{879FC06D-16C2-4178-BCEC-B59B1A028E87}" dt="2022-08-13T02:42:42.982" v="4"/>
        <pc:sldMkLst>
          <pc:docMk/>
          <pc:sldMk cId="0" sldId="260"/>
        </pc:sldMkLst>
      </pc:sldChg>
      <pc:sldChg chg="add">
        <pc:chgData name="GOPANA GOPALA KRISHNA" userId="8d4d026dbfe8e030" providerId="LiveId" clId="{879FC06D-16C2-4178-BCEC-B59B1A028E87}" dt="2022-08-13T02:43:07.137" v="6"/>
        <pc:sldMkLst>
          <pc:docMk/>
          <pc:sldMk cId="0" sldId="261"/>
        </pc:sldMkLst>
      </pc:sldChg>
      <pc:sldChg chg="add">
        <pc:chgData name="GOPANA GOPALA KRISHNA" userId="8d4d026dbfe8e030" providerId="LiveId" clId="{879FC06D-16C2-4178-BCEC-B59B1A028E87}" dt="2022-08-13T02:42:55.126" v="5"/>
        <pc:sldMkLst>
          <pc:docMk/>
          <pc:sldMk cId="0" sldId="266"/>
        </pc:sldMkLst>
      </pc:sldChg>
      <pc:sldChg chg="modSp add mod">
        <pc:chgData name="GOPANA GOPALA KRISHNA" userId="8d4d026dbfe8e030" providerId="LiveId" clId="{879FC06D-16C2-4178-BCEC-B59B1A028E87}" dt="2022-08-13T02:42:10.737" v="2" actId="14100"/>
        <pc:sldMkLst>
          <pc:docMk/>
          <pc:sldMk cId="0" sldId="270"/>
        </pc:sldMkLst>
        <pc:spChg chg="mod">
          <ac:chgData name="GOPANA GOPALA KRISHNA" userId="8d4d026dbfe8e030" providerId="LiveId" clId="{879FC06D-16C2-4178-BCEC-B59B1A028E87}" dt="2022-08-13T02:42:10.737" v="2" actId="14100"/>
          <ac:spMkLst>
            <pc:docMk/>
            <pc:sldMk cId="0" sldId="270"/>
            <ac:spMk id="3" creationId="{00000000-0000-0000-0000-000000000000}"/>
          </ac:spMkLst>
        </pc:spChg>
      </pc:sldChg>
      <pc:sldChg chg="modSp mod">
        <pc:chgData name="GOPANA GOPALA KRISHNA" userId="8d4d026dbfe8e030" providerId="LiveId" clId="{879FC06D-16C2-4178-BCEC-B59B1A028E87}" dt="2022-08-13T02:50:39.373" v="43" actId="1076"/>
        <pc:sldMkLst>
          <pc:docMk/>
          <pc:sldMk cId="1721692128" sldId="271"/>
        </pc:sldMkLst>
        <pc:spChg chg="mod">
          <ac:chgData name="GOPANA GOPALA KRISHNA" userId="8d4d026dbfe8e030" providerId="LiveId" clId="{879FC06D-16C2-4178-BCEC-B59B1A028E87}" dt="2022-08-13T02:46:09.277" v="20" actId="1076"/>
          <ac:spMkLst>
            <pc:docMk/>
            <pc:sldMk cId="1721692128" sldId="271"/>
            <ac:spMk id="2" creationId="{A298075E-E7B9-1D80-C77D-95BFA45E5E4B}"/>
          </ac:spMkLst>
        </pc:spChg>
        <pc:spChg chg="mod">
          <ac:chgData name="GOPANA GOPALA KRISHNA" userId="8d4d026dbfe8e030" providerId="LiveId" clId="{879FC06D-16C2-4178-BCEC-B59B1A028E87}" dt="2022-08-13T02:50:39.373" v="43" actId="1076"/>
          <ac:spMkLst>
            <pc:docMk/>
            <pc:sldMk cId="1721692128" sldId="271"/>
            <ac:spMk id="3" creationId="{55865763-52EB-191F-FFE4-25796C5A486B}"/>
          </ac:spMkLst>
        </pc:spChg>
      </pc:sldChg>
      <pc:sldChg chg="add">
        <pc:chgData name="GOPANA GOPALA KRISHNA" userId="8d4d026dbfe8e030" providerId="LiveId" clId="{879FC06D-16C2-4178-BCEC-B59B1A028E87}" dt="2022-08-13T02:43:19.340" v="7"/>
        <pc:sldMkLst>
          <pc:docMk/>
          <pc:sldMk cId="3820545866" sldId="272"/>
        </pc:sldMkLst>
      </pc:sldChg>
      <pc:sldChg chg="add">
        <pc:chgData name="GOPANA GOPALA KRISHNA" userId="8d4d026dbfe8e030" providerId="LiveId" clId="{879FC06D-16C2-4178-BCEC-B59B1A028E87}" dt="2022-08-13T02:42:29.488" v="3"/>
        <pc:sldMkLst>
          <pc:docMk/>
          <pc:sldMk cId="784341206" sldId="274"/>
        </pc:sldMkLst>
      </pc:sldChg>
      <pc:sldChg chg="addSp delSp modSp mod">
        <pc:chgData name="GOPANA GOPALA KRISHNA" userId="8d4d026dbfe8e030" providerId="LiveId" clId="{879FC06D-16C2-4178-BCEC-B59B1A028E87}" dt="2022-08-13T04:44:22.934" v="47"/>
        <pc:sldMkLst>
          <pc:docMk/>
          <pc:sldMk cId="2005142868" sldId="283"/>
        </pc:sldMkLst>
        <pc:spChg chg="add del mod">
          <ac:chgData name="GOPANA GOPALA KRISHNA" userId="8d4d026dbfe8e030" providerId="LiveId" clId="{879FC06D-16C2-4178-BCEC-B59B1A028E87}" dt="2022-08-13T04:44:22.934" v="47"/>
          <ac:spMkLst>
            <pc:docMk/>
            <pc:sldMk cId="2005142868" sldId="283"/>
            <ac:spMk id="7" creationId="{8E7F7E7A-0D35-BA37-676D-23376FDB6964}"/>
          </ac:spMkLst>
        </pc:spChg>
      </pc:sldChg>
      <pc:sldChg chg="modSp mod">
        <pc:chgData name="GOPANA GOPALA KRISHNA" userId="8d4d026dbfe8e030" providerId="LiveId" clId="{879FC06D-16C2-4178-BCEC-B59B1A028E87}" dt="2022-08-22T07:21:57.551" v="71" actId="27636"/>
        <pc:sldMkLst>
          <pc:docMk/>
          <pc:sldMk cId="3765424284" sldId="352"/>
        </pc:sldMkLst>
        <pc:spChg chg="mod">
          <ac:chgData name="GOPANA GOPALA KRISHNA" userId="8d4d026dbfe8e030" providerId="LiveId" clId="{879FC06D-16C2-4178-BCEC-B59B1A028E87}" dt="2022-08-22T07:21:57.551" v="71" actId="27636"/>
          <ac:spMkLst>
            <pc:docMk/>
            <pc:sldMk cId="3765424284" sldId="352"/>
            <ac:spMk id="5" creationId="{00000000-0000-0000-0000-000000000000}"/>
          </ac:spMkLst>
        </pc:spChg>
      </pc:sldChg>
      <pc:sldChg chg="modSp mod">
        <pc:chgData name="GOPANA GOPALA KRISHNA" userId="8d4d026dbfe8e030" providerId="LiveId" clId="{879FC06D-16C2-4178-BCEC-B59B1A028E87}" dt="2022-08-13T04:46:35.422" v="55" actId="108"/>
        <pc:sldMkLst>
          <pc:docMk/>
          <pc:sldMk cId="3219231145" sldId="374"/>
        </pc:sldMkLst>
        <pc:spChg chg="mod">
          <ac:chgData name="GOPANA GOPALA KRISHNA" userId="8d4d026dbfe8e030" providerId="LiveId" clId="{879FC06D-16C2-4178-BCEC-B59B1A028E87}" dt="2022-08-13T04:46:35.422" v="55" actId="108"/>
          <ac:spMkLst>
            <pc:docMk/>
            <pc:sldMk cId="3219231145" sldId="374"/>
            <ac:spMk id="6" creationId="{00000000-0000-0000-0000-000000000000}"/>
          </ac:spMkLst>
        </pc:spChg>
      </pc:sldChg>
      <pc:sldChg chg="modSp mod">
        <pc:chgData name="GOPANA GOPALA KRISHNA" userId="8d4d026dbfe8e030" providerId="LiveId" clId="{879FC06D-16C2-4178-BCEC-B59B1A028E87}" dt="2022-08-22T07:14:01.440" v="70" actId="1076"/>
        <pc:sldMkLst>
          <pc:docMk/>
          <pc:sldMk cId="1881745199" sldId="375"/>
        </pc:sldMkLst>
        <pc:picChg chg="mod">
          <ac:chgData name="GOPANA GOPALA KRISHNA" userId="8d4d026dbfe8e030" providerId="LiveId" clId="{879FC06D-16C2-4178-BCEC-B59B1A028E87}" dt="2022-08-22T07:14:01.440" v="70" actId="1076"/>
          <ac:picMkLst>
            <pc:docMk/>
            <pc:sldMk cId="1881745199" sldId="375"/>
            <ac:picMk id="3" creationId="{00000000-0000-0000-0000-000000000000}"/>
          </ac:picMkLst>
        </pc:picChg>
      </pc:sldChg>
      <pc:sldChg chg="modSp mod">
        <pc:chgData name="GOPANA GOPALA KRISHNA" userId="8d4d026dbfe8e030" providerId="LiveId" clId="{879FC06D-16C2-4178-BCEC-B59B1A028E87}" dt="2022-08-13T04:47:08.976" v="68" actId="20577"/>
        <pc:sldMkLst>
          <pc:docMk/>
          <pc:sldMk cId="971516993" sldId="378"/>
        </pc:sldMkLst>
        <pc:spChg chg="mod">
          <ac:chgData name="GOPANA GOPALA KRISHNA" userId="8d4d026dbfe8e030" providerId="LiveId" clId="{879FC06D-16C2-4178-BCEC-B59B1A028E87}" dt="2022-08-13T04:47:08.976" v="68" actId="20577"/>
          <ac:spMkLst>
            <pc:docMk/>
            <pc:sldMk cId="971516993" sldId="378"/>
            <ac:spMk id="6" creationId="{00000000-0000-0000-0000-000000000000}"/>
          </ac:spMkLst>
        </pc:spChg>
      </pc:sldChg>
      <pc:sldChg chg="addSp modSp new mod">
        <pc:chgData name="GOPANA GOPALA KRISHNA" userId="8d4d026dbfe8e030" providerId="LiveId" clId="{879FC06D-16C2-4178-BCEC-B59B1A028E87}" dt="2022-08-13T04:45:06.076" v="52" actId="255"/>
        <pc:sldMkLst>
          <pc:docMk/>
          <pc:sldMk cId="278178413" sldId="379"/>
        </pc:sldMkLst>
        <pc:spChg chg="add mod">
          <ac:chgData name="GOPANA GOPALA KRISHNA" userId="8d4d026dbfe8e030" providerId="LiveId" clId="{879FC06D-16C2-4178-BCEC-B59B1A028E87}" dt="2022-08-13T04:45:06.076" v="52" actId="255"/>
          <ac:spMkLst>
            <pc:docMk/>
            <pc:sldMk cId="278178413" sldId="379"/>
            <ac:spMk id="3" creationId="{99E91BF8-997D-5C73-555E-89F0ECEB7106}"/>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rot="10800000">
              <a:off x="0" y="0"/>
              <a:ext cx="842596" cy="5666154"/>
            </a:xfrm>
            <a:prstGeom prst="triangle">
              <a:avLst>
                <a:gd name="adj" fmla="val 10000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lumMod val="7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28927635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25311109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328038402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90567064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176042347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38418522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12971663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170587495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4218947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493107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4283855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904205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solidFill>
                <a:effectLst/>
                <a:latin typeface="Arial"/>
              </a:rPr>
              <a:t>”</a:t>
            </a:r>
          </a:p>
        </p:txBody>
      </p:sp>
    </p:spTree>
    <p:extLst>
      <p:ext uri="{BB962C8B-B14F-4D97-AF65-F5344CB8AC3E}">
        <p14:creationId xmlns:p14="http://schemas.microsoft.com/office/powerpoint/2010/main" val="87184654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112308825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419592845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1CDAB67-13C7-4454-8A84-9F929B337BC1}" type="datetimeFigureOut">
              <a:rPr lang="en-IN" smtClean="0"/>
              <a:t>22-08-2022</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CBFD3FA-1BDA-448B-9E37-AA90F2645AB2}" type="slidenum">
              <a:rPr lang="en-IN" smtClean="0"/>
              <a:t>‹#›</a:t>
            </a:fld>
            <a:endParaRPr lang="en-IN" dirty="0"/>
          </a:p>
        </p:txBody>
      </p:sp>
    </p:spTree>
    <p:extLst>
      <p:ext uri="{BB962C8B-B14F-4D97-AF65-F5344CB8AC3E}">
        <p14:creationId xmlns:p14="http://schemas.microsoft.com/office/powerpoint/2010/main" val="29107065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9" name="Group 28"/>
          <p:cNvGrpSpPr/>
          <p:nvPr/>
        </p:nvGrpSpPr>
        <p:grpSpPr>
          <a:xfrm>
            <a:off x="0" y="-8467"/>
            <a:ext cx="12192000" cy="6866467"/>
            <a:chOff x="0" y="-8467"/>
            <a:chExt cx="12192000" cy="6866467"/>
          </a:xfrm>
        </p:grpSpPr>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lumMod val="50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50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0" y="4013200"/>
              <a:ext cx="448733" cy="2844800"/>
            </a:xfrm>
            <a:prstGeom prst="triangle">
              <a:avLst>
                <a:gd name="adj" fmla="val 0"/>
              </a:avLst>
            </a:prstGeom>
            <a:solidFill>
              <a:schemeClr val="accent1">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81CDAB67-13C7-4454-8A84-9F929B337BC1}" type="datetimeFigureOut">
              <a:rPr lang="en-IN" smtClean="0"/>
              <a:t>22-08-2022</a:t>
            </a:fld>
            <a:endParaRPr lang="en-IN"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lumMod val="75000"/>
                  </a:schemeClr>
                </a:solidFill>
              </a:defRPr>
            </a:lvl1pPr>
          </a:lstStyle>
          <a:p>
            <a:fld id="{8CBFD3FA-1BDA-448B-9E37-AA90F2645AB2}" type="slidenum">
              <a:rPr lang="en-IN" smtClean="0"/>
              <a:t>‹#›</a:t>
            </a:fld>
            <a:endParaRPr lang="en-IN" dirty="0"/>
          </a:p>
        </p:txBody>
      </p:sp>
    </p:spTree>
    <p:extLst>
      <p:ext uri="{BB962C8B-B14F-4D97-AF65-F5344CB8AC3E}">
        <p14:creationId xmlns:p14="http://schemas.microsoft.com/office/powerpoint/2010/main" val="3490256930"/>
      </p:ext>
    </p:extLst>
  </p:cSld>
  <p:clrMap bg1="lt1" tx1="dk1" bg2="lt2" tx2="dk2" accent1="accent1" accent2="accent2" accent3="accent3" accent4="accent4" accent5="accent5" accent6="accent6" hlink="hlink" folHlink="folHlink"/>
  <p:sldLayoutIdLst>
    <p:sldLayoutId id="2147483743" r:id="rId1"/>
    <p:sldLayoutId id="2147483744" r:id="rId2"/>
    <p:sldLayoutId id="2147483745" r:id="rId3"/>
    <p:sldLayoutId id="2147483746" r:id="rId4"/>
    <p:sldLayoutId id="2147483747" r:id="rId5"/>
    <p:sldLayoutId id="2147483748" r:id="rId6"/>
    <p:sldLayoutId id="2147483749" r:id="rId7"/>
    <p:sldLayoutId id="2147483750" r:id="rId8"/>
    <p:sldLayoutId id="2147483751" r:id="rId9"/>
    <p:sldLayoutId id="2147483752" r:id="rId10"/>
    <p:sldLayoutId id="2147483753" r:id="rId11"/>
    <p:sldLayoutId id="2147483754" r:id="rId12"/>
    <p:sldLayoutId id="2147483755" r:id="rId13"/>
    <p:sldLayoutId id="2147483756" r:id="rId14"/>
    <p:sldLayoutId id="2147483757" r:id="rId15"/>
    <p:sldLayoutId id="2147483758" r:id="rId16"/>
  </p:sldLayoutIdLst>
  <p:txStyles>
    <p:titleStyle>
      <a:lvl1pPr algn="l" defTabSz="457200" rtl="0" eaLnBrk="1" latinLnBrk="0" hangingPunct="1">
        <a:spcBef>
          <a:spcPct val="0"/>
        </a:spcBef>
        <a:buNone/>
        <a:defRPr sz="3600" kern="1200">
          <a:solidFill>
            <a:schemeClr val="accent1">
              <a:lumMod val="7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lumMod val="75000"/>
          </a:schemeClr>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lumMod val="75000"/>
          </a:schemeClr>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lumMod val="75000"/>
          </a:schemeClr>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526489" y="80682"/>
            <a:ext cx="9139019" cy="3608294"/>
          </a:xfrm>
        </p:spPr>
        <p:txBody>
          <a:bodyPr>
            <a:normAutofit fontScale="90000"/>
          </a:bodyPr>
          <a:lstStyle/>
          <a:p>
            <a:pPr marL="0" indent="0" algn="ctr">
              <a:buNone/>
            </a:pPr>
            <a:r>
              <a:rPr lang="en-IN" dirty="0">
                <a:solidFill>
                  <a:srgbClr val="FF0000"/>
                </a:solidFill>
              </a:rPr>
              <a:t>     </a:t>
            </a: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br>
              <a:rPr lang="en-IN" dirty="0">
                <a:solidFill>
                  <a:srgbClr val="FF0000"/>
                </a:solidFill>
              </a:rPr>
            </a:br>
            <a:r>
              <a:rPr lang="en-IN" sz="3800" dirty="0">
                <a:solidFill>
                  <a:schemeClr val="tx1"/>
                </a:solidFill>
                <a:latin typeface="Times New Roman" panose="02020603050405020304" pitchFamily="18" charset="0"/>
                <a:cs typeface="Times New Roman" panose="02020603050405020304" pitchFamily="18" charset="0"/>
              </a:rPr>
              <a:t>Madanapalle Institute of Technology and Science</a:t>
            </a:r>
            <a:br>
              <a:rPr lang="en-IN" sz="3800" dirty="0">
                <a:solidFill>
                  <a:srgbClr val="FF0000"/>
                </a:solidFill>
                <a:latin typeface="Times New Roman" panose="02020603050405020304" pitchFamily="18" charset="0"/>
                <a:cs typeface="Times New Roman" panose="02020603050405020304" pitchFamily="18" charset="0"/>
              </a:rPr>
            </a:br>
            <a:r>
              <a:rPr lang="en-IN" sz="3800" dirty="0">
                <a:solidFill>
                  <a:srgbClr val="FF0000"/>
                </a:solidFill>
                <a:latin typeface="Times New Roman" panose="02020603050405020304" pitchFamily="18" charset="0"/>
                <a:cs typeface="Times New Roman" panose="02020603050405020304" pitchFamily="18" charset="0"/>
              </a:rPr>
              <a:t> Master of Computer Applications</a:t>
            </a:r>
            <a:br>
              <a:rPr lang="en-IN" sz="3800" dirty="0">
                <a:solidFill>
                  <a:srgbClr val="FF0000"/>
                </a:solidFill>
                <a:latin typeface="Times New Roman" panose="02020603050405020304" pitchFamily="18" charset="0"/>
                <a:cs typeface="Times New Roman" panose="02020603050405020304" pitchFamily="18" charset="0"/>
              </a:rPr>
            </a:br>
            <a:r>
              <a:rPr lang="en-IN" sz="3800" dirty="0">
                <a:solidFill>
                  <a:srgbClr val="7030A0"/>
                </a:solidFill>
                <a:latin typeface="Times New Roman" panose="02020603050405020304" pitchFamily="18" charset="0"/>
                <a:cs typeface="Times New Roman" panose="02020603050405020304" pitchFamily="18" charset="0"/>
              </a:rPr>
              <a:t>Movie Recommendation System using Hybrid Filtering and Sentimental Analysis         </a:t>
            </a:r>
            <a:br>
              <a:rPr lang="en-IN" sz="3800" dirty="0">
                <a:solidFill>
                  <a:srgbClr val="FF0000"/>
                </a:solidFill>
                <a:latin typeface="Times New Roman" panose="02020603050405020304" pitchFamily="18" charset="0"/>
                <a:cs typeface="Times New Roman" panose="02020603050405020304" pitchFamily="18" charset="0"/>
              </a:rPr>
            </a:br>
            <a:br>
              <a:rPr lang="en-IN" sz="3800" dirty="0">
                <a:solidFill>
                  <a:srgbClr val="FF0000"/>
                </a:solidFill>
                <a:latin typeface="Times New Roman" panose="02020603050405020304" pitchFamily="18" charset="0"/>
                <a:cs typeface="Times New Roman" panose="02020603050405020304" pitchFamily="18" charset="0"/>
              </a:rPr>
            </a:br>
            <a:endParaRPr lang="en-IN" sz="3800" dirty="0">
              <a:solidFill>
                <a:srgbClr val="FF0000"/>
              </a:solidFill>
              <a:latin typeface="Times New Roman" panose="02020603050405020304" pitchFamily="18" charset="0"/>
              <a:cs typeface="Times New Roman" panose="02020603050405020304" pitchFamily="18" charset="0"/>
            </a:endParaRPr>
          </a:p>
        </p:txBody>
      </p:sp>
      <p:sp>
        <p:nvSpPr>
          <p:cNvPr id="5" name="Content Placeholder 4"/>
          <p:cNvSpPr>
            <a:spLocks noGrp="1"/>
          </p:cNvSpPr>
          <p:nvPr>
            <p:ph idx="1"/>
          </p:nvPr>
        </p:nvSpPr>
        <p:spPr>
          <a:xfrm>
            <a:off x="6992468" y="3688976"/>
            <a:ext cx="2743201" cy="1734672"/>
          </a:xfrm>
        </p:spPr>
        <p:txBody>
          <a:bodyPr>
            <a:noAutofit/>
          </a:bodyPr>
          <a:lstStyle/>
          <a:p>
            <a:pPr marL="0" indent="0">
              <a:buNone/>
            </a:pPr>
            <a:r>
              <a:rPr lang="en-IN" sz="2600" u="sng" dirty="0">
                <a:solidFill>
                  <a:schemeClr val="tx1"/>
                </a:solidFill>
                <a:latin typeface="Times New Roman" panose="02020603050405020304" pitchFamily="18" charset="0"/>
                <a:cs typeface="Times New Roman" panose="02020603050405020304" pitchFamily="18" charset="0"/>
              </a:rPr>
              <a:t>Presented by</a:t>
            </a:r>
            <a:r>
              <a:rPr lang="en-IN" sz="2600" dirty="0">
                <a:solidFill>
                  <a:schemeClr val="bg2">
                    <a:lumMod val="10000"/>
                  </a:schemeClr>
                </a:solidFill>
                <a:latin typeface="Times New Roman" panose="02020603050405020304" pitchFamily="18" charset="0"/>
                <a:cs typeface="Times New Roman" panose="02020603050405020304" pitchFamily="18" charset="0"/>
              </a:rPr>
              <a:t>:-</a:t>
            </a:r>
          </a:p>
          <a:p>
            <a:pPr marL="0" indent="0">
              <a:buNone/>
            </a:pPr>
            <a:r>
              <a:rPr lang="en-IN" sz="2600" dirty="0">
                <a:solidFill>
                  <a:schemeClr val="bg2">
                    <a:lumMod val="10000"/>
                  </a:schemeClr>
                </a:solidFill>
                <a:latin typeface="Times New Roman" panose="02020603050405020304" pitchFamily="18" charset="0"/>
                <a:cs typeface="Times New Roman" panose="02020603050405020304" pitchFamily="18" charset="0"/>
              </a:rPr>
              <a:t>G.Gopalakrishna</a:t>
            </a:r>
          </a:p>
          <a:p>
            <a:pPr marL="0" indent="0">
              <a:buNone/>
            </a:pPr>
            <a:r>
              <a:rPr lang="en-IN" sz="2600" dirty="0">
                <a:solidFill>
                  <a:schemeClr val="bg2">
                    <a:lumMod val="10000"/>
                  </a:schemeClr>
                </a:solidFill>
                <a:latin typeface="Times New Roman" panose="02020603050405020304" pitchFamily="18" charset="0"/>
                <a:cs typeface="Times New Roman" panose="02020603050405020304" pitchFamily="18" charset="0"/>
              </a:rPr>
              <a:t>(20691F0030)</a:t>
            </a:r>
          </a:p>
          <a:p>
            <a:pPr marL="0" indent="0" algn="just">
              <a:buNone/>
            </a:pPr>
            <a:r>
              <a:rPr lang="en-IN" sz="2600" dirty="0">
                <a:solidFill>
                  <a:schemeClr val="bg2">
                    <a:lumMod val="10000"/>
                  </a:schemeClr>
                </a:solidFill>
                <a:latin typeface="Times New Roman" panose="02020603050405020304" pitchFamily="18" charset="0"/>
                <a:cs typeface="Times New Roman" panose="02020603050405020304" pitchFamily="18" charset="0"/>
              </a:rPr>
              <a:t>																</a:t>
            </a:r>
          </a:p>
          <a:p>
            <a:pPr marL="400050" lvl="1" indent="0">
              <a:buNone/>
            </a:pPr>
            <a:endParaRPr lang="en-IN" sz="2600" dirty="0">
              <a:solidFill>
                <a:schemeClr val="bg2">
                  <a:lumMod val="10000"/>
                </a:schemeClr>
              </a:solidFill>
              <a:latin typeface="Times New Roman" panose="02020603050405020304" pitchFamily="18" charset="0"/>
              <a:cs typeface="Times New Roman" panose="02020603050405020304" pitchFamily="18" charset="0"/>
            </a:endParaRPr>
          </a:p>
          <a:p>
            <a:pPr marL="400050" lvl="1" indent="0">
              <a:buNone/>
            </a:pPr>
            <a:r>
              <a:rPr lang="en-IN" sz="2600" dirty="0">
                <a:solidFill>
                  <a:schemeClr val="bg2">
                    <a:lumMod val="10000"/>
                  </a:schemeClr>
                </a:solidFill>
                <a:latin typeface="Times New Roman" panose="02020603050405020304" pitchFamily="18" charset="0"/>
                <a:cs typeface="Times New Roman" panose="02020603050405020304" pitchFamily="18" charset="0"/>
              </a:rPr>
              <a:t>                                                                                          </a:t>
            </a:r>
          </a:p>
        </p:txBody>
      </p:sp>
      <p:sp>
        <p:nvSpPr>
          <p:cNvPr id="2" name="Text Placeholder 1"/>
          <p:cNvSpPr>
            <a:spLocks noGrp="1"/>
          </p:cNvSpPr>
          <p:nvPr>
            <p:ph type="body" sz="half" idx="2"/>
          </p:nvPr>
        </p:nvSpPr>
        <p:spPr>
          <a:xfrm>
            <a:off x="706717" y="3688976"/>
            <a:ext cx="3246718" cy="1824318"/>
          </a:xfrm>
        </p:spPr>
        <p:txBody>
          <a:bodyPr>
            <a:normAutofit/>
          </a:bodyPr>
          <a:lstStyle/>
          <a:p>
            <a:pPr marL="0" indent="0">
              <a:buNone/>
            </a:pPr>
            <a:r>
              <a:rPr lang="en-IN" sz="2600" dirty="0">
                <a:solidFill>
                  <a:schemeClr val="accent4">
                    <a:lumMod val="75000"/>
                  </a:schemeClr>
                </a:solidFill>
                <a:latin typeface="Times New Roman" panose="02020603050405020304" pitchFamily="18" charset="0"/>
                <a:cs typeface="Times New Roman" panose="02020603050405020304" pitchFamily="18" charset="0"/>
              </a:rPr>
              <a:t> </a:t>
            </a:r>
            <a:r>
              <a:rPr lang="en-IN" sz="2600" u="sng" dirty="0">
                <a:solidFill>
                  <a:schemeClr val="tx1"/>
                </a:solidFill>
                <a:latin typeface="Times New Roman" panose="02020603050405020304" pitchFamily="18" charset="0"/>
                <a:cs typeface="Times New Roman" panose="02020603050405020304" pitchFamily="18" charset="0"/>
              </a:rPr>
              <a:t>Under Guidance</a:t>
            </a:r>
            <a:r>
              <a:rPr lang="en-IN" sz="2600" dirty="0">
                <a:solidFill>
                  <a:schemeClr val="tx1"/>
                </a:solidFill>
                <a:latin typeface="Times New Roman" panose="02020603050405020304" pitchFamily="18" charset="0"/>
                <a:cs typeface="Times New Roman" panose="02020603050405020304" pitchFamily="18" charset="0"/>
              </a:rPr>
              <a:t>:-   </a:t>
            </a:r>
          </a:p>
          <a:p>
            <a:pPr marL="0" indent="0">
              <a:buNone/>
            </a:pPr>
            <a:r>
              <a:rPr lang="en-IN" sz="2600" dirty="0">
                <a:solidFill>
                  <a:schemeClr val="tx1"/>
                </a:solidFill>
                <a:latin typeface="Times New Roman" panose="02020603050405020304" pitchFamily="18" charset="0"/>
                <a:cs typeface="Times New Roman" panose="02020603050405020304" pitchFamily="18" charset="0"/>
              </a:rPr>
              <a:t>Dr . R . Maruthamuthu</a:t>
            </a:r>
          </a:p>
          <a:p>
            <a:pPr marL="0" indent="0">
              <a:buNone/>
            </a:pPr>
            <a:r>
              <a:rPr lang="en-IN" sz="2600" dirty="0">
                <a:solidFill>
                  <a:schemeClr val="tx1"/>
                </a:solidFill>
                <a:latin typeface="Times New Roman" panose="02020603050405020304" pitchFamily="18" charset="0"/>
                <a:cs typeface="Times New Roman" panose="02020603050405020304" pitchFamily="18" charset="0"/>
              </a:rPr>
              <a:t>Assistant Professor                                                                            </a:t>
            </a:r>
            <a:endParaRPr lang="en-IN" sz="2600" dirty="0">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13054" y="637988"/>
            <a:ext cx="1413435" cy="1413435"/>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98075E-E7B9-1D80-C77D-95BFA45E5E4B}"/>
              </a:ext>
            </a:extLst>
          </p:cNvPr>
          <p:cNvSpPr>
            <a:spLocks noGrp="1"/>
          </p:cNvSpPr>
          <p:nvPr>
            <p:ph type="title"/>
          </p:nvPr>
        </p:nvSpPr>
        <p:spPr>
          <a:xfrm>
            <a:off x="1339114" y="299514"/>
            <a:ext cx="8596668" cy="923363"/>
          </a:xfrm>
        </p:spPr>
        <p:txBody>
          <a:bodyPr>
            <a:normAutofit/>
          </a:bodyPr>
          <a:lstStyle/>
          <a:p>
            <a:pPr algn="ctr"/>
            <a:r>
              <a:rPr lang="en-IN" sz="3400" b="1" dirty="0">
                <a:solidFill>
                  <a:srgbClr val="FF0000"/>
                </a:solidFill>
                <a:latin typeface="Times New Roman" panose="02020603050405020304" pitchFamily="18" charset="0"/>
                <a:cs typeface="Times New Roman" panose="02020603050405020304" pitchFamily="18" charset="0"/>
              </a:rPr>
              <a:t>Contents</a:t>
            </a:r>
          </a:p>
        </p:txBody>
      </p:sp>
      <p:sp>
        <p:nvSpPr>
          <p:cNvPr id="3" name="Text Placeholder 2">
            <a:extLst>
              <a:ext uri="{FF2B5EF4-FFF2-40B4-BE49-F238E27FC236}">
                <a16:creationId xmlns:a16="http://schemas.microsoft.com/office/drawing/2014/main" id="{55865763-52EB-191F-FFE4-25796C5A486B}"/>
              </a:ext>
            </a:extLst>
          </p:cNvPr>
          <p:cNvSpPr>
            <a:spLocks noGrp="1"/>
          </p:cNvSpPr>
          <p:nvPr>
            <p:ph type="body" idx="1"/>
          </p:nvPr>
        </p:nvSpPr>
        <p:spPr>
          <a:xfrm>
            <a:off x="197224" y="1412744"/>
            <a:ext cx="8489576" cy="5068738"/>
          </a:xfrm>
        </p:spPr>
        <p:txBody>
          <a:bodyPr>
            <a:normAutofit/>
          </a:bodyPr>
          <a:lstStyle/>
          <a:p>
            <a:pPr lvl="7">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Abstract</a:t>
            </a:r>
          </a:p>
          <a:p>
            <a:pPr lvl="7">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Introduction</a:t>
            </a:r>
          </a:p>
          <a:p>
            <a:pPr lvl="7">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Existing System</a:t>
            </a:r>
          </a:p>
          <a:p>
            <a:pPr lvl="7">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Proposed System</a:t>
            </a:r>
          </a:p>
          <a:p>
            <a:pPr lvl="7">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Hardware/Software Specifications</a:t>
            </a:r>
          </a:p>
          <a:p>
            <a:pPr lvl="7">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Module Description</a:t>
            </a:r>
          </a:p>
          <a:p>
            <a:pPr lvl="7">
              <a:buFont typeface="Wingdings" panose="05000000000000000000" pitchFamily="2" charset="2"/>
              <a:buChar char="Ø"/>
            </a:pPr>
            <a:r>
              <a:rPr lang="en-IN" sz="2400" dirty="0">
                <a:solidFill>
                  <a:schemeClr val="tx1"/>
                </a:solidFill>
                <a:latin typeface="Times New Roman" panose="02020603050405020304" pitchFamily="18" charset="0"/>
                <a:cs typeface="Times New Roman" panose="02020603050405020304" pitchFamily="18" charset="0"/>
              </a:rPr>
              <a:t>UML Diagrams</a:t>
            </a:r>
          </a:p>
          <a:p>
            <a:pPr lvl="1">
              <a:buFont typeface="Wingdings" panose="05000000000000000000" pitchFamily="2" charset="2"/>
              <a:buChar char="Ø"/>
            </a:pPr>
            <a:endParaRPr lang="en-IN" sz="2200" dirty="0">
              <a:solidFill>
                <a:schemeClr val="tx1"/>
              </a:solidFill>
              <a:latin typeface="Times New Roman" panose="02020603050405020304" pitchFamily="18" charset="0"/>
              <a:cs typeface="Times New Roman" panose="02020603050405020304" pitchFamily="18" charset="0"/>
            </a:endParaRPr>
          </a:p>
          <a:p>
            <a:pPr lvl="2">
              <a:buFont typeface="Wingdings" panose="05000000000000000000" pitchFamily="2" charset="2"/>
              <a:buChar char="Ø"/>
            </a:pPr>
            <a:endParaRPr lang="en-IN" sz="2000" dirty="0">
              <a:solidFill>
                <a:schemeClr val="tx1"/>
              </a:solidFill>
              <a:latin typeface="Times New Roman" panose="02020603050405020304" pitchFamily="18" charset="0"/>
              <a:cs typeface="Times New Roman" panose="02020603050405020304" pitchFamily="18" charset="0"/>
            </a:endParaRPr>
          </a:p>
          <a:p>
            <a:pPr algn="just"/>
            <a:endParaRPr lang="en-IN" dirty="0"/>
          </a:p>
        </p:txBody>
      </p:sp>
    </p:spTree>
    <p:extLst>
      <p:ext uri="{BB962C8B-B14F-4D97-AF65-F5344CB8AC3E}">
        <p14:creationId xmlns:p14="http://schemas.microsoft.com/office/powerpoint/2010/main" val="17216921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30194" y="222069"/>
            <a:ext cx="8596668" cy="779929"/>
          </a:xfrm>
        </p:spPr>
        <p:txBody>
          <a:bodyPr>
            <a:noAutofit/>
          </a:bodyPr>
          <a:lstStyle/>
          <a:p>
            <a:pPr algn="ctr"/>
            <a:r>
              <a:rPr lang="en-IN" sz="3400" b="1" dirty="0">
                <a:solidFill>
                  <a:srgbClr val="FF0000"/>
                </a:solidFill>
                <a:latin typeface="Times New Roman" panose="02020603050405020304" pitchFamily="18" charset="0"/>
                <a:cs typeface="Times New Roman" panose="02020603050405020304" pitchFamily="18" charset="0"/>
              </a:rPr>
              <a:t>Abstract</a:t>
            </a:r>
          </a:p>
        </p:txBody>
      </p:sp>
      <p:sp>
        <p:nvSpPr>
          <p:cNvPr id="3" name="Text Placeholder 2"/>
          <p:cNvSpPr>
            <a:spLocks noGrp="1"/>
          </p:cNvSpPr>
          <p:nvPr>
            <p:ph type="body" idx="1"/>
          </p:nvPr>
        </p:nvSpPr>
        <p:spPr>
          <a:xfrm>
            <a:off x="242046" y="116542"/>
            <a:ext cx="10171954" cy="6866964"/>
          </a:xfrm>
        </p:spPr>
        <p:txBody>
          <a:bodyPr>
            <a:noAutofit/>
          </a:bodyPr>
          <a:lstStyle/>
          <a:p>
            <a:pPr marL="457200" indent="-457200" algn="just">
              <a:buFont typeface="Wingdings" panose="05000000000000000000" pitchFamily="2" charset="2"/>
              <a:buChar char="Ø"/>
            </a:pPr>
            <a:r>
              <a:rPr lang="en-US" sz="2400" dirty="0">
                <a:solidFill>
                  <a:schemeClr val="tx1"/>
                </a:solidFill>
                <a:latin typeface="Times New Roman" pitchFamily="18" charset="0"/>
                <a:cs typeface="Times New Roman" pitchFamily="18" charset="0"/>
              </a:rPr>
              <a:t>As humans’ opinions help enhance product efficiency, and since the success or the failure of a movie depends on its reviews, there is an increase in the demand and a need to build a good sentiment analysis model that classifies movie ratings. </a:t>
            </a:r>
          </a:p>
          <a:p>
            <a:pPr marL="457200" indent="-457200" algn="just">
              <a:buFont typeface="Wingdings" panose="05000000000000000000" pitchFamily="2" charset="2"/>
              <a:buChar char="Ø"/>
            </a:pPr>
            <a:r>
              <a:rPr lang="en-US" sz="2400" dirty="0">
                <a:solidFill>
                  <a:schemeClr val="tx1"/>
                </a:solidFill>
                <a:latin typeface="Times New Roman" pitchFamily="18" charset="0"/>
                <a:cs typeface="Times New Roman" pitchFamily="18" charset="0"/>
              </a:rPr>
              <a:t>In this research, tokenization is employed to transfer the input string into a word vector, stemming is utilized to extract the root of the words, feature selection is conducted to extract the essential words, and finally, classification is performed to label reviews as being either positive or negative. </a:t>
            </a:r>
            <a:endParaRPr lang="en-IN" sz="2400" dirty="0">
              <a:solidFill>
                <a:schemeClr val="tx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16524" y="152400"/>
            <a:ext cx="7477217" cy="779929"/>
          </a:xfrm>
        </p:spPr>
        <p:txBody>
          <a:bodyPr>
            <a:normAutofit/>
          </a:bodyPr>
          <a:lstStyle/>
          <a:p>
            <a:pPr algn="ctr"/>
            <a:r>
              <a:rPr lang="en-IN" sz="3400" dirty="0">
                <a:solidFill>
                  <a:srgbClr val="FF0000"/>
                </a:solidFill>
                <a:latin typeface="Times New Roman" panose="02020603050405020304" pitchFamily="18" charset="0"/>
                <a:cs typeface="Times New Roman" panose="02020603050405020304" pitchFamily="18" charset="0"/>
              </a:rPr>
              <a:t>                        </a:t>
            </a:r>
            <a:r>
              <a:rPr lang="en-IN" sz="3400" b="1" dirty="0">
                <a:solidFill>
                  <a:srgbClr val="FF0000"/>
                </a:solidFill>
                <a:latin typeface="Times New Roman" panose="02020603050405020304" pitchFamily="18" charset="0"/>
                <a:cs typeface="Times New Roman" panose="02020603050405020304" pitchFamily="18" charset="0"/>
              </a:rPr>
              <a:t>Introduction</a:t>
            </a:r>
          </a:p>
        </p:txBody>
      </p:sp>
      <p:sp>
        <p:nvSpPr>
          <p:cNvPr id="3" name="Text Placeholder 2"/>
          <p:cNvSpPr>
            <a:spLocks noGrp="1"/>
          </p:cNvSpPr>
          <p:nvPr>
            <p:ph type="body" idx="1"/>
          </p:nvPr>
        </p:nvSpPr>
        <p:spPr>
          <a:xfrm>
            <a:off x="295836" y="1047335"/>
            <a:ext cx="10416988" cy="5461042"/>
          </a:xfrm>
        </p:spPr>
        <p:txBody>
          <a:bodyPr>
            <a:noAutofit/>
          </a:bodyPr>
          <a:lstStyle/>
          <a:p>
            <a:pPr marL="342900" indent="-342900" algn="just">
              <a:buFont typeface="Wingdings" panose="05000000000000000000" pitchFamily="2" charset="2"/>
              <a:buChar char="Ø"/>
            </a:pPr>
            <a:r>
              <a:rPr lang="en-US" sz="2400" b="0" i="0" dirty="0">
                <a:solidFill>
                  <a:schemeClr val="tx1"/>
                </a:solidFill>
                <a:effectLst/>
                <a:latin typeface="Times New Roman" panose="02020603050405020304" pitchFamily="18" charset="0"/>
                <a:cs typeface="Times New Roman" panose="02020603050405020304" pitchFamily="18" charset="0"/>
              </a:rPr>
              <a:t>In today’s world, the internet has become an important part of human life. Recommendation systems (RS) are deployed to help users cope with this information explosion. </a:t>
            </a:r>
          </a:p>
          <a:p>
            <a:pPr marL="342900" indent="-342900" algn="just">
              <a:buFont typeface="Wingdings" panose="05000000000000000000" pitchFamily="2" charset="2"/>
              <a:buChar char="Ø"/>
            </a:pPr>
            <a:r>
              <a:rPr lang="en-US" sz="2400" b="0" i="0" dirty="0">
                <a:solidFill>
                  <a:schemeClr val="tx1"/>
                </a:solidFill>
                <a:effectLst/>
                <a:latin typeface="Times New Roman" panose="02020603050405020304" pitchFamily="18" charset="0"/>
                <a:cs typeface="Times New Roman" panose="02020603050405020304" pitchFamily="18" charset="0"/>
              </a:rPr>
              <a:t>RS is mostly used in e-commerce applications and knowledge management systems such as tourism, entertainment, and online shopping portals. In this paper, we focus on RS for movies are an important source of recreation and entertainment in our life.</a:t>
            </a:r>
          </a:p>
          <a:p>
            <a:pPr marL="342900" indent="-342900" algn="just">
              <a:buFont typeface="Wingdings" panose="05000000000000000000" pitchFamily="2" charset="2"/>
              <a:buChar char="Ø"/>
            </a:pPr>
            <a:r>
              <a:rPr lang="en-US" sz="2400" b="0" i="0" dirty="0">
                <a:solidFill>
                  <a:schemeClr val="tx1"/>
                </a:solidFill>
                <a:effectLst/>
                <a:latin typeface="Times New Roman" panose="02020603050405020304" pitchFamily="18" charset="0"/>
                <a:cs typeface="Times New Roman" panose="02020603050405020304" pitchFamily="18" charset="0"/>
              </a:rPr>
              <a:t>Movies can be easily differentiated through their genres like comedy, thriller, animation, and action.</a:t>
            </a:r>
          </a:p>
          <a:p>
            <a:pPr marL="342900" indent="-342900" algn="just">
              <a:buFont typeface="Wingdings" panose="05000000000000000000" pitchFamily="2" charset="2"/>
              <a:buChar char="Ø"/>
            </a:pPr>
            <a:r>
              <a:rPr lang="en-US" sz="2400" b="0" i="0" dirty="0">
                <a:solidFill>
                  <a:schemeClr val="tx1"/>
                </a:solidFill>
                <a:effectLst/>
                <a:latin typeface="Times New Roman" panose="02020603050405020304" pitchFamily="18" charset="0"/>
                <a:cs typeface="Times New Roman" panose="02020603050405020304" pitchFamily="18" charset="0"/>
              </a:rPr>
              <a:t> Another possible way to categorize movies can be achieved on the basis of metadata such as year, language, director, or cast.</a:t>
            </a:r>
          </a:p>
          <a:p>
            <a:pPr marL="342900" indent="-342900" algn="just">
              <a:buFont typeface="Wingdings" panose="05000000000000000000" pitchFamily="2" charset="2"/>
              <a:buChar char="Ø"/>
            </a:pPr>
            <a:r>
              <a:rPr lang="en-US" sz="2400" b="0" i="0" dirty="0">
                <a:solidFill>
                  <a:schemeClr val="tx1"/>
                </a:solidFill>
                <a:effectLst/>
                <a:latin typeface="Times New Roman" panose="02020603050405020304" pitchFamily="18" charset="0"/>
                <a:cs typeface="Times New Roman" panose="02020603050405020304" pitchFamily="18" charset="0"/>
              </a:rPr>
              <a:t> Most online video-streaming services provide a number of similar movies to the user to utilize the user’s previously viewed or rated history. </a:t>
            </a: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3100" y="415959"/>
            <a:ext cx="8596668" cy="1320800"/>
          </a:xfrm>
        </p:spPr>
        <p:txBody>
          <a:bodyPr>
            <a:normAutofit/>
          </a:bodyPr>
          <a:lstStyle/>
          <a:p>
            <a:pPr algn="ctr"/>
            <a:r>
              <a:rPr lang="en-IN" sz="2400" b="1" dirty="0">
                <a:solidFill>
                  <a:srgbClr val="FF0000"/>
                </a:solidFill>
                <a:latin typeface="Times New Roman" panose="02020603050405020304" pitchFamily="18" charset="0"/>
                <a:cs typeface="Times New Roman" panose="02020603050405020304" pitchFamily="18" charset="0"/>
              </a:rPr>
              <a:t> </a:t>
            </a:r>
            <a:r>
              <a:rPr lang="en-IN" sz="3400" b="1" dirty="0">
                <a:solidFill>
                  <a:srgbClr val="FF0000"/>
                </a:solidFill>
                <a:latin typeface="Times New Roman" panose="02020603050405020304" pitchFamily="18" charset="0"/>
                <a:cs typeface="Times New Roman" panose="02020603050405020304" pitchFamily="18" charset="0"/>
              </a:rPr>
              <a:t>Existing System </a:t>
            </a:r>
          </a:p>
        </p:txBody>
      </p:sp>
      <p:sp>
        <p:nvSpPr>
          <p:cNvPr id="3" name="Content Placeholder 2"/>
          <p:cNvSpPr>
            <a:spLocks noGrp="1"/>
          </p:cNvSpPr>
          <p:nvPr>
            <p:ph idx="1"/>
          </p:nvPr>
        </p:nvSpPr>
        <p:spPr>
          <a:xfrm>
            <a:off x="594087" y="1876014"/>
            <a:ext cx="8765681" cy="2991821"/>
          </a:xfrm>
        </p:spPr>
        <p:txBody>
          <a:bodyPr>
            <a:normAutofit/>
          </a:bodyPr>
          <a:lstStyle/>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In the existing system where we can’t identify the rating of any kind of movie rating or app rating etc.</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We don’t know which movie is the best movie at present we blindly follow based on analyses of the people either movie is good or bad based on that which people use to follow it.</a:t>
            </a:r>
            <a:endParaRPr lang="en-IN"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E2F46-3DA5-D506-E27E-1D400BF543D8}"/>
              </a:ext>
            </a:extLst>
          </p:cNvPr>
          <p:cNvSpPr>
            <a:spLocks noGrp="1"/>
          </p:cNvSpPr>
          <p:nvPr>
            <p:ph type="title"/>
          </p:nvPr>
        </p:nvSpPr>
        <p:spPr>
          <a:xfrm>
            <a:off x="677335" y="134471"/>
            <a:ext cx="8596668" cy="1138517"/>
          </a:xfrm>
        </p:spPr>
        <p:txBody>
          <a:bodyPr>
            <a:normAutofit/>
          </a:bodyPr>
          <a:lstStyle/>
          <a:p>
            <a:pPr algn="ctr"/>
            <a:r>
              <a:rPr lang="en-IN" sz="3400" b="1" dirty="0">
                <a:solidFill>
                  <a:srgbClr val="FF0000"/>
                </a:solidFill>
                <a:latin typeface="Times New Roman" panose="02020603050405020304" pitchFamily="18" charset="0"/>
                <a:cs typeface="Times New Roman" panose="02020603050405020304" pitchFamily="18" charset="0"/>
              </a:rPr>
              <a:t>Disadvantages</a:t>
            </a:r>
          </a:p>
        </p:txBody>
      </p:sp>
      <p:sp>
        <p:nvSpPr>
          <p:cNvPr id="3" name="Text Placeholder 2">
            <a:extLst>
              <a:ext uri="{FF2B5EF4-FFF2-40B4-BE49-F238E27FC236}">
                <a16:creationId xmlns:a16="http://schemas.microsoft.com/office/drawing/2014/main" id="{9CED4ECD-00A8-D263-4F8E-4F031B4B0FCE}"/>
              </a:ext>
            </a:extLst>
          </p:cNvPr>
          <p:cNvSpPr>
            <a:spLocks noGrp="1"/>
          </p:cNvSpPr>
          <p:nvPr>
            <p:ph type="body" idx="1"/>
          </p:nvPr>
        </p:nvSpPr>
        <p:spPr>
          <a:xfrm>
            <a:off x="677335" y="860612"/>
            <a:ext cx="8596668" cy="2568388"/>
          </a:xfrm>
        </p:spPr>
        <p:txBody>
          <a:bodyPr/>
          <a:lstStyle/>
          <a:p>
            <a:pPr lvl="0">
              <a:lnSpc>
                <a:spcPct val="110000"/>
              </a:lnSpc>
              <a:spcBef>
                <a:spcPts val="1200"/>
              </a:spcBef>
              <a:buFont typeface="Wingdings" panose="05000000000000000000" pitchFamily="2" charset="2"/>
              <a:buChar char="Ø"/>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Difficult to predict</a:t>
            </a:r>
          </a:p>
          <a:p>
            <a:pPr lvl="0">
              <a:lnSpc>
                <a:spcPct val="110000"/>
              </a:lnSpc>
              <a:spcBef>
                <a:spcPts val="1200"/>
              </a:spcBef>
              <a:spcAft>
                <a:spcPts val="1000"/>
              </a:spcAft>
              <a:buFont typeface="Wingdings" panose="05000000000000000000" pitchFamily="2" charset="2"/>
              <a:buChar char="Ø"/>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Requires more time</a:t>
            </a:r>
          </a:p>
          <a:p>
            <a:endParaRPr lang="en-IN" dirty="0"/>
          </a:p>
        </p:txBody>
      </p:sp>
    </p:spTree>
    <p:extLst>
      <p:ext uri="{BB962C8B-B14F-4D97-AF65-F5344CB8AC3E}">
        <p14:creationId xmlns:p14="http://schemas.microsoft.com/office/powerpoint/2010/main" val="784341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973" y="383805"/>
            <a:ext cx="8933343" cy="594628"/>
          </a:xfrm>
        </p:spPr>
        <p:txBody>
          <a:bodyPr>
            <a:noAutofit/>
          </a:bodyPr>
          <a:lstStyle/>
          <a:p>
            <a:pPr algn="ctr"/>
            <a:r>
              <a:rPr lang="en-IN" sz="3400" b="1" dirty="0">
                <a:solidFill>
                  <a:srgbClr val="FF0000"/>
                </a:solidFill>
                <a:latin typeface="Times New Roman" panose="02020603050405020304" pitchFamily="18" charset="0"/>
                <a:cs typeface="Times New Roman" panose="02020603050405020304" pitchFamily="18" charset="0"/>
              </a:rPr>
              <a:t>		Proposed System</a:t>
            </a:r>
          </a:p>
        </p:txBody>
      </p:sp>
      <p:sp>
        <p:nvSpPr>
          <p:cNvPr id="3" name="Content Placeholder 2"/>
          <p:cNvSpPr>
            <a:spLocks noGrp="1"/>
          </p:cNvSpPr>
          <p:nvPr>
            <p:ph idx="1"/>
          </p:nvPr>
        </p:nvSpPr>
        <p:spPr>
          <a:xfrm>
            <a:off x="625083" y="1636020"/>
            <a:ext cx="8933343" cy="3895203"/>
          </a:xfrm>
        </p:spPr>
        <p:txBody>
          <a:bodyPr>
            <a:normAutofit fontScale="77500" lnSpcReduction="20000"/>
          </a:bodyPr>
          <a:lstStyle/>
          <a:p>
            <a:pPr algn="just">
              <a:lnSpc>
                <a:spcPct val="120000"/>
              </a:lnSpc>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We can predict the movie rating by using Machine-</a:t>
            </a:r>
            <a:r>
              <a:rPr lang="en-US" sz="3100" dirty="0" err="1">
                <a:solidFill>
                  <a:schemeClr val="tx1"/>
                </a:solidFill>
                <a:latin typeface="Times New Roman" panose="02020603050405020304" pitchFamily="18" charset="0"/>
                <a:cs typeface="Times New Roman" panose="02020603050405020304" pitchFamily="18" charset="0"/>
              </a:rPr>
              <a:t>learning,it</a:t>
            </a:r>
            <a:r>
              <a:rPr lang="en-US" sz="3100" dirty="0">
                <a:solidFill>
                  <a:schemeClr val="tx1"/>
                </a:solidFill>
                <a:latin typeface="Times New Roman" panose="02020603050405020304" pitchFamily="18" charset="0"/>
                <a:cs typeface="Times New Roman" panose="02020603050405020304" pitchFamily="18" charset="0"/>
              </a:rPr>
              <a:t> gives the best result and we can predict the movie based on the Machine-learning technique,here we can say which movie is good or bad.</a:t>
            </a:r>
          </a:p>
          <a:p>
            <a:pPr algn="just">
              <a:lnSpc>
                <a:spcPct val="120000"/>
              </a:lnSpc>
              <a:buFont typeface="Wingdings" panose="05000000000000000000" pitchFamily="2" charset="2"/>
              <a:buChar char="Ø"/>
            </a:pPr>
            <a:r>
              <a:rPr lang="en-US" sz="3100" dirty="0">
                <a:solidFill>
                  <a:schemeClr val="tx1"/>
                </a:solidFill>
                <a:latin typeface="Times New Roman" panose="02020603050405020304" pitchFamily="18" charset="0"/>
                <a:cs typeface="Times New Roman" panose="02020603050405020304" pitchFamily="18" charset="0"/>
              </a:rPr>
              <a:t>The proposed system is built by using the concept of Machine learning and the KNN algorithm, which are used to solve the classification problems.</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800" b="1" u="sng" dirty="0">
              <a:solidFill>
                <a:srgbClr val="FF0000"/>
              </a:solidFill>
              <a:latin typeface="Times New Roman" panose="02020603050405020304" pitchFamily="18" charset="0"/>
              <a:cs typeface="Times New Roman" panose="02020603050405020304" pitchFamily="18" charset="0"/>
            </a:endParaRPr>
          </a:p>
          <a:p>
            <a:pPr marL="0" indent="0" algn="just">
              <a:buNone/>
            </a:pPr>
            <a:r>
              <a:rPr lang="en-IN" sz="2000" b="1" dirty="0">
                <a:solidFill>
                  <a:srgbClr val="FF0000"/>
                </a:solidFill>
                <a:latin typeface="Times New Roman" panose="02020603050405020304" pitchFamily="18" charset="0"/>
                <a:cs typeface="Times New Roman" panose="02020603050405020304" pitchFamily="18" charset="0"/>
              </a:rPr>
              <a:t>							</a:t>
            </a:r>
            <a:endParaRPr lang="en-IN" sz="2400" b="1" dirty="0">
              <a:solidFill>
                <a:srgbClr val="FF0000"/>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sz="2000" dirty="0">
              <a:solidFill>
                <a:schemeClr val="accent5">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sz="2000" dirty="0">
              <a:solidFill>
                <a:schemeClr val="accent5">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sz="2000" dirty="0">
              <a:solidFill>
                <a:schemeClr val="accent5">
                  <a:lumMod val="75000"/>
                </a:schemeClr>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sz="2000" dirty="0">
              <a:solidFill>
                <a:schemeClr val="accent5">
                  <a:lumMod val="75000"/>
                </a:schemeClr>
              </a:solidFill>
              <a:latin typeface="Times New Roman" panose="02020603050405020304" pitchFamily="18" charset="0"/>
              <a:cs typeface="Times New Roman" panose="02020603050405020304" pitchFamily="18" charset="0"/>
            </a:endParaRPr>
          </a:p>
          <a:p>
            <a:pPr marL="0" indent="0">
              <a:buNone/>
            </a:pPr>
            <a:endParaRPr lang="en-IN" sz="2400" b="1" dirty="0">
              <a:solidFill>
                <a:srgbClr val="FF0000"/>
              </a:solidFill>
              <a:latin typeface="Times New Roman" panose="02020603050405020304" pitchFamily="18" charset="0"/>
              <a:cs typeface="Times New Roman" panose="02020603050405020304" pitchFamily="18" charset="0"/>
            </a:endParaRPr>
          </a:p>
          <a:p>
            <a:pPr marL="0" indent="0">
              <a:buNone/>
            </a:pPr>
            <a:endParaRPr lang="en-IN" sz="2400" dirty="0">
              <a:solidFill>
                <a:schemeClr val="accent5">
                  <a:lumMod val="75000"/>
                </a:schemeClr>
              </a:solidFill>
            </a:endParaRPr>
          </a:p>
          <a:p>
            <a:pPr marL="0" indent="0">
              <a:buNone/>
            </a:pPr>
            <a:endParaRPr lang="en-IN" sz="2400" dirty="0">
              <a:solidFill>
                <a:schemeClr val="accent5">
                  <a:lumMod val="75000"/>
                </a:schemeClr>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82471" y="-134471"/>
            <a:ext cx="3765176" cy="1586754"/>
          </a:xfrm>
        </p:spPr>
        <p:txBody>
          <a:bodyPr>
            <a:normAutofit/>
          </a:bodyPr>
          <a:lstStyle/>
          <a:p>
            <a:pPr algn="ctr"/>
            <a:r>
              <a:rPr lang="en-IN" sz="2400" dirty="0">
                <a:latin typeface="Times New Roman" panose="02020603050405020304" pitchFamily="18" charset="0"/>
                <a:cs typeface="Times New Roman" panose="02020603050405020304" pitchFamily="18" charset="0"/>
              </a:rPr>
              <a:t>                                         </a:t>
            </a:r>
            <a:r>
              <a:rPr lang="en-IN" sz="3400" b="1" dirty="0">
                <a:solidFill>
                  <a:srgbClr val="FF0000"/>
                </a:solidFill>
                <a:latin typeface="Times New Roman" panose="02020603050405020304" pitchFamily="18" charset="0"/>
                <a:cs typeface="Times New Roman" panose="02020603050405020304" pitchFamily="18" charset="0"/>
              </a:rPr>
              <a:t>Advantages</a:t>
            </a:r>
          </a:p>
        </p:txBody>
      </p:sp>
      <p:sp>
        <p:nvSpPr>
          <p:cNvPr id="3" name="Content Placeholder 2"/>
          <p:cNvSpPr>
            <a:spLocks noGrp="1"/>
          </p:cNvSpPr>
          <p:nvPr>
            <p:ph idx="1"/>
          </p:nvPr>
        </p:nvSpPr>
        <p:spPr>
          <a:xfrm>
            <a:off x="686298" y="1377576"/>
            <a:ext cx="10178925" cy="5333150"/>
          </a:xfrm>
        </p:spPr>
        <p:txBody>
          <a:bodyPr/>
          <a:lstStyle/>
          <a:p>
            <a:pPr lvl="0" algn="just">
              <a:spcAft>
                <a:spcPts val="1000"/>
              </a:spcAft>
              <a:buFont typeface="Wingdings" panose="05000000000000000000" pitchFamily="2" charset="2"/>
              <a:buChar char="Ø"/>
              <a:tabLst>
                <a:tab pos="228600" algn="l"/>
              </a:tabLst>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High accuracy.</a:t>
            </a:r>
          </a:p>
          <a:p>
            <a:pPr lvl="0" algn="just">
              <a:spcAft>
                <a:spcPts val="1000"/>
              </a:spcAft>
              <a:buFont typeface="Wingdings" panose="05000000000000000000" pitchFamily="2" charset="2"/>
              <a:buChar char="Ø"/>
              <a:tabLst>
                <a:tab pos="228600" algn="l"/>
              </a:tabLst>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Time Saving.</a:t>
            </a:r>
          </a:p>
          <a:p>
            <a:pPr lvl="0" algn="just">
              <a:spcAft>
                <a:spcPts val="1000"/>
              </a:spcAft>
              <a:buFont typeface="Wingdings" panose="05000000000000000000" pitchFamily="2" charset="2"/>
              <a:buChar char="Ø"/>
              <a:tabLst>
                <a:tab pos="228600" algn="l"/>
              </a:tabLst>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High reliability.</a:t>
            </a:r>
          </a:p>
          <a:p>
            <a:pPr lvl="0" algn="just">
              <a:spcAft>
                <a:spcPts val="1000"/>
              </a:spcAft>
              <a:buFont typeface="Wingdings" panose="05000000000000000000" pitchFamily="2" charset="2"/>
              <a:buChar char="Ø"/>
              <a:tabLst>
                <a:tab pos="228600" algn="l"/>
              </a:tabLst>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Low complexities.</a:t>
            </a:r>
            <a:endParaRPr lang="en-IN"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32212" y="113123"/>
            <a:ext cx="7041790" cy="1817278"/>
          </a:xfrm>
        </p:spPr>
        <p:txBody>
          <a:bodyPr>
            <a:normAutofit/>
          </a:bodyPr>
          <a:lstStyle/>
          <a:p>
            <a:r>
              <a:rPr lang="en-IN" sz="3400" b="1" dirty="0">
                <a:solidFill>
                  <a:srgbClr val="FF0000"/>
                </a:solidFill>
                <a:latin typeface="Times New Roman" panose="02020603050405020304" pitchFamily="18" charset="0"/>
                <a:cs typeface="Times New Roman" panose="02020603050405020304" pitchFamily="18" charset="0"/>
              </a:rPr>
              <a:t>Software /Hardware Specifications</a:t>
            </a:r>
          </a:p>
        </p:txBody>
      </p:sp>
      <p:sp>
        <p:nvSpPr>
          <p:cNvPr id="3" name="Content Placeholder 2"/>
          <p:cNvSpPr>
            <a:spLocks noGrp="1"/>
          </p:cNvSpPr>
          <p:nvPr>
            <p:ph idx="1"/>
          </p:nvPr>
        </p:nvSpPr>
        <p:spPr>
          <a:xfrm>
            <a:off x="677334" y="1192307"/>
            <a:ext cx="8596668" cy="4849056"/>
          </a:xfrm>
        </p:spPr>
        <p:txBody>
          <a:bodyPr>
            <a:normAutofit/>
          </a:bodyPr>
          <a:lstStyle/>
          <a:p>
            <a:pPr marL="0" lvl="0" indent="0" algn="just">
              <a:lnSpc>
                <a:spcPct val="150000"/>
              </a:lnSpc>
              <a:buNone/>
              <a:tabLst>
                <a:tab pos="457200" algn="l"/>
              </a:tabLst>
            </a:pPr>
            <a:r>
              <a:rPr lang="en-IN" sz="2600" b="1" u="sng" dirty="0">
                <a:solidFill>
                  <a:srgbClr val="FF0000"/>
                </a:solidFill>
                <a:latin typeface="Times New Roman" panose="02020603050405020304" pitchFamily="18" charset="0"/>
                <a:cs typeface="Times New Roman" panose="02020603050405020304" pitchFamily="18" charset="0"/>
              </a:rPr>
              <a:t>Software Specifications:</a:t>
            </a:r>
          </a:p>
          <a:p>
            <a:pPr lvl="0" algn="just">
              <a:buFont typeface="Wingdings" panose="05000000000000000000" pitchFamily="2" charset="2"/>
              <a:buChar char="Ø"/>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Operating System		: Windows 7+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Server-side Script		: Python</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lgn="just">
              <a:buFont typeface="Wingdings" panose="05000000000000000000" pitchFamily="2" charset="2"/>
              <a:buChar char="Ø"/>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IDE				            : Jupyter Notebook. </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a:p>
            <a:pPr lvl="0">
              <a:buFont typeface="Wingdings" panose="05000000000000000000" pitchFamily="2" charset="2"/>
              <a:buChar char="Ø"/>
              <a:tabLst>
                <a:tab pos="457200" algn="l"/>
              </a:tabLst>
            </a:pPr>
            <a:r>
              <a:rPr lang="en-US" sz="2400" dirty="0">
                <a:solidFill>
                  <a:srgbClr val="000000"/>
                </a:solidFill>
                <a:effectLst/>
                <a:latin typeface="Times New Roman" panose="02020603050405020304" pitchFamily="18" charset="0"/>
                <a:ea typeface="Times New Roman" panose="02020603050405020304" pitchFamily="18" charset="0"/>
                <a:cs typeface="Times New Roman" panose="02020603050405020304" pitchFamily="18" charset="0"/>
              </a:rPr>
              <a:t>Libraries Used		      : Pandas, Numpy, Matplotlib</a:t>
            </a:r>
            <a:r>
              <a:rPr lang="en-US" sz="2400" dirty="0">
                <a:solidFill>
                  <a:srgbClr val="000000"/>
                </a:solidFill>
                <a:latin typeface="Times New Roman" panose="02020603050405020304" pitchFamily="18" charset="0"/>
                <a:ea typeface="Times New Roman" panose="02020603050405020304" pitchFamily="18" charset="0"/>
                <a:cs typeface="Times New Roman" panose="02020603050405020304" pitchFamily="18" charset="0"/>
              </a:rPr>
              <a:t>.</a:t>
            </a:r>
            <a:endParaRPr lang="en-IN" sz="2400" dirty="0">
              <a:effectLst/>
              <a:latin typeface="Times New Roman" panose="02020603050405020304" pitchFamily="18"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4AB8B8-25F4-59D0-35A1-19E420342C9E}"/>
              </a:ext>
            </a:extLst>
          </p:cNvPr>
          <p:cNvSpPr>
            <a:spLocks noGrp="1"/>
          </p:cNvSpPr>
          <p:nvPr>
            <p:ph type="title"/>
          </p:nvPr>
        </p:nvSpPr>
        <p:spPr>
          <a:xfrm>
            <a:off x="677335" y="170330"/>
            <a:ext cx="8596668" cy="914399"/>
          </a:xfrm>
        </p:spPr>
        <p:txBody>
          <a:bodyPr>
            <a:normAutofit/>
          </a:bodyPr>
          <a:lstStyle/>
          <a:p>
            <a:pPr algn="ctr"/>
            <a:r>
              <a:rPr lang="en-IN" sz="2600" b="1" u="sng" dirty="0">
                <a:solidFill>
                  <a:srgbClr val="FF0000"/>
                </a:solidFill>
                <a:latin typeface="Times New Roman" panose="02020603050405020304" pitchFamily="18" charset="0"/>
                <a:cs typeface="Times New Roman" panose="02020603050405020304" pitchFamily="18" charset="0"/>
              </a:rPr>
              <a:t>Hardware Specifications:</a:t>
            </a:r>
            <a:endParaRPr lang="en-IN" sz="2600" u="sng" dirty="0"/>
          </a:p>
        </p:txBody>
      </p:sp>
      <p:sp>
        <p:nvSpPr>
          <p:cNvPr id="3" name="Text Placeholder 2">
            <a:extLst>
              <a:ext uri="{FF2B5EF4-FFF2-40B4-BE49-F238E27FC236}">
                <a16:creationId xmlns:a16="http://schemas.microsoft.com/office/drawing/2014/main" id="{1F318A2B-CB9E-9676-C3F9-26E8ABE258BC}"/>
              </a:ext>
            </a:extLst>
          </p:cNvPr>
          <p:cNvSpPr>
            <a:spLocks noGrp="1"/>
          </p:cNvSpPr>
          <p:nvPr>
            <p:ph type="body" idx="1"/>
          </p:nvPr>
        </p:nvSpPr>
        <p:spPr>
          <a:xfrm>
            <a:off x="677335" y="896471"/>
            <a:ext cx="8596668" cy="5144892"/>
          </a:xfrm>
        </p:spPr>
        <p:txBody>
          <a:bodyPr>
            <a:normAutofit/>
          </a:bodyPr>
          <a:lstStyle/>
          <a:p>
            <a:pPr marL="342900" lvl="0" indent="-342900" algn="just">
              <a:spcBef>
                <a:spcPts val="2400"/>
              </a:spcBef>
              <a:spcAft>
                <a:spcPts val="0"/>
              </a:spcAft>
              <a:buFont typeface="Wingdings" panose="05000000000000000000" pitchFamily="2" charset="2"/>
              <a:buChar char="Ø"/>
            </a:pPr>
            <a:r>
              <a:rPr lang="en-US" sz="2400" b="0" kern="0" dirty="0">
                <a:solidFill>
                  <a:schemeClr val="tx1"/>
                </a:solidFill>
                <a:effectLst/>
                <a:latin typeface="Times New Roman" panose="02020603050405020304" pitchFamily="18" charset="0"/>
                <a:ea typeface="Times New Roman" panose="02020603050405020304" pitchFamily="18" charset="0"/>
                <a:cs typeface="Times New Roman" panose="02020603050405020304" pitchFamily="18" charset="0"/>
              </a:rPr>
              <a:t>Processor		: I3/Intel Processor </a:t>
            </a:r>
            <a:endParaRPr lang="en-IN" sz="2400" b="1" kern="0" dirty="0">
              <a:solidFill>
                <a:schemeClr val="tx1"/>
              </a:solidFill>
              <a:effectLst/>
              <a:latin typeface="Calibri Light" panose="020F0302020204030204" pitchFamily="34" charset="0"/>
              <a:ea typeface="Times New Roman" panose="02020603050405020304" pitchFamily="18" charset="0"/>
              <a:cs typeface="Times New Roman" panose="02020603050405020304" pitchFamily="18" charset="0"/>
            </a:endParaRPr>
          </a:p>
          <a:p>
            <a:pPr marL="342900" lvl="0" indent="-342900" algn="just">
              <a:buFont typeface="Wingdings" panose="05000000000000000000" pitchFamily="2" charset="2"/>
              <a:buChar char="Ø"/>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RAM			: 4GB (min)</a:t>
            </a:r>
            <a:endParaRPr lang="en-IN"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buFont typeface="Wingdings" panose="05000000000000000000" pitchFamily="2" charset="2"/>
              <a:buChar char="Ø"/>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Hard Disk		: 128 GB</a:t>
            </a:r>
            <a:endParaRPr lang="en-IN"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1200"/>
              </a:spcBef>
              <a:buFont typeface="Wingdings" panose="05000000000000000000" pitchFamily="2" charset="2"/>
              <a:buChar char="Ø"/>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Key Board		: Standard Windows Keyboard</a:t>
            </a:r>
            <a:endParaRPr lang="en-IN"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1200"/>
              </a:spcBef>
              <a:buFont typeface="Wingdings" panose="05000000000000000000" pitchFamily="2" charset="2"/>
              <a:buChar char="Ø"/>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Mouse		      : Two or Three Button Mouse</a:t>
            </a:r>
            <a:endParaRPr lang="en-IN"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pPr marL="342900" lvl="0" indent="-342900" algn="just">
              <a:spcBef>
                <a:spcPts val="1200"/>
              </a:spcBef>
              <a:spcAft>
                <a:spcPts val="1000"/>
              </a:spcAft>
              <a:buFont typeface="Wingdings" panose="05000000000000000000" pitchFamily="2" charset="2"/>
              <a:buChar char="Ø"/>
            </a:pPr>
            <a:r>
              <a:rPr lang="en-IN" sz="2400" dirty="0">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Monitor		      : Any</a:t>
            </a:r>
            <a:endParaRPr lang="en-IN" sz="240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8205458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101788" y="418846"/>
            <a:ext cx="6163249" cy="1798425"/>
          </a:xfrm>
        </p:spPr>
        <p:txBody>
          <a:bodyPr>
            <a:normAutofit/>
          </a:bodyPr>
          <a:lstStyle/>
          <a:p>
            <a:r>
              <a:rPr lang="en-IN" sz="3400" b="1" dirty="0">
                <a:solidFill>
                  <a:srgbClr val="FF0000"/>
                </a:solidFill>
                <a:latin typeface="Times New Roman" panose="02020603050405020304" pitchFamily="18" charset="0"/>
                <a:cs typeface="Times New Roman" panose="02020603050405020304" pitchFamily="18" charset="0"/>
              </a:rPr>
              <a:t>Module Descriptions</a:t>
            </a:r>
          </a:p>
        </p:txBody>
      </p:sp>
      <p:sp>
        <p:nvSpPr>
          <p:cNvPr id="3" name="Content Placeholder 2"/>
          <p:cNvSpPr>
            <a:spLocks noGrp="1"/>
          </p:cNvSpPr>
          <p:nvPr>
            <p:ph idx="1"/>
          </p:nvPr>
        </p:nvSpPr>
        <p:spPr>
          <a:xfrm>
            <a:off x="681573" y="1586863"/>
            <a:ext cx="9018239" cy="5192950"/>
          </a:xfrm>
        </p:spPr>
        <p:txBody>
          <a:bodyPr>
            <a:normAutofit/>
          </a:bodyPr>
          <a:lstStyle/>
          <a:p>
            <a:pPr marL="0" indent="0" algn="just">
              <a:buNone/>
            </a:pPr>
            <a:r>
              <a:rPr lang="en-US" sz="2600" b="1" dirty="0">
                <a:solidFill>
                  <a:schemeClr val="tx1">
                    <a:lumMod val="95000"/>
                    <a:lumOff val="5000"/>
                  </a:schemeClr>
                </a:solidFill>
                <a:latin typeface="Times New Roman" panose="02020603050405020304" pitchFamily="18" charset="0"/>
                <a:cs typeface="Times New Roman" panose="02020603050405020304" pitchFamily="18" charset="0"/>
              </a:rPr>
              <a:t>This Movie Recommendation System Project has the major modules below:</a:t>
            </a:r>
            <a:r>
              <a:rPr lang="en-US" sz="3200" dirty="0">
                <a:solidFill>
                  <a:schemeClr val="tx1">
                    <a:lumMod val="95000"/>
                    <a:lumOff val="5000"/>
                  </a:schemeClr>
                </a:solidFill>
                <a:latin typeface="Times New Roman" panose="02020603050405020304" pitchFamily="18" charset="0"/>
                <a:cs typeface="Times New Roman" panose="02020603050405020304" pitchFamily="18" charset="0"/>
              </a:rPr>
              <a:t> </a:t>
            </a:r>
          </a:p>
          <a:p>
            <a:pPr marL="0" indent="0" algn="just">
              <a:buNone/>
            </a:pPr>
            <a:r>
              <a:rPr lang="en-US" sz="3200" b="1" u="sng" dirty="0">
                <a:solidFill>
                  <a:schemeClr val="accent4">
                    <a:lumMod val="75000"/>
                  </a:schemeClr>
                </a:solidFill>
                <a:latin typeface="Times New Roman" panose="02020603050405020304" pitchFamily="18" charset="0"/>
                <a:cs typeface="Times New Roman" panose="02020603050405020304" pitchFamily="18" charset="0"/>
              </a:rPr>
              <a:t>Admin</a:t>
            </a:r>
            <a:r>
              <a:rPr lang="en-US" sz="3200" b="1" dirty="0">
                <a:solidFill>
                  <a:schemeClr val="accent4">
                    <a:lumMod val="75000"/>
                  </a:schemeClr>
                </a:solidFill>
                <a:latin typeface="Times New Roman" panose="02020603050405020304" pitchFamily="18" charset="0"/>
                <a:cs typeface="Times New Roman" panose="02020603050405020304" pitchFamily="18" charset="0"/>
              </a:rPr>
              <a:t>:</a:t>
            </a:r>
            <a:r>
              <a:rPr lang="en-US" sz="3200" dirty="0">
                <a:solidFill>
                  <a:schemeClr val="tx1"/>
                </a:solidFill>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Admin has the official powers to control the flow of data from one part of the system to other.</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He can manipulate the access of the users to the data. </a:t>
            </a:r>
          </a:p>
          <a:p>
            <a:pPr marL="0" indent="0">
              <a:buNone/>
            </a:pPr>
            <a:r>
              <a:rPr lang="en-US" sz="2800" b="1" u="sng" dirty="0">
                <a:solidFill>
                  <a:schemeClr val="accent4">
                    <a:lumMod val="75000"/>
                  </a:schemeClr>
                </a:solidFill>
                <a:latin typeface="Times New Roman" panose="02020603050405020304" pitchFamily="18" charset="0"/>
                <a:cs typeface="Times New Roman" panose="02020603050405020304" pitchFamily="18" charset="0"/>
              </a:rPr>
              <a:t>Reviews:</a:t>
            </a:r>
          </a:p>
          <a:p>
            <a:pPr>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Reviews are collected from the users randomly.</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Admin can able to view reviews based on the reviews movie recommendations will be generated.</a:t>
            </a: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Ø"/>
            </a:pP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6981" y="386331"/>
            <a:ext cx="8596668" cy="1281953"/>
          </a:xfrm>
        </p:spPr>
        <p:txBody>
          <a:bodyPr>
            <a:normAutofit/>
          </a:bodyPr>
          <a:lstStyle/>
          <a:p>
            <a:pPr algn="ctr"/>
            <a:r>
              <a:rPr lang="en-IN" sz="3400" b="1" dirty="0">
                <a:solidFill>
                  <a:srgbClr val="FF0000"/>
                </a:solidFill>
                <a:latin typeface="Times New Roman" panose="02020603050405020304" pitchFamily="18" charset="0"/>
                <a:cs typeface="Times New Roman" panose="02020603050405020304" pitchFamily="18" charset="0"/>
              </a:rPr>
              <a:t>Module Descriptions</a:t>
            </a:r>
            <a:endParaRPr lang="en-IN" sz="3400" b="1"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677333" y="1668284"/>
            <a:ext cx="9263835" cy="5189716"/>
          </a:xfrm>
        </p:spPr>
        <p:txBody>
          <a:bodyPr/>
          <a:lstStyle/>
          <a:p>
            <a:pPr marL="0" indent="0">
              <a:buNone/>
            </a:pPr>
            <a:r>
              <a:rPr lang="en-US" sz="2800" b="1" u="sng" dirty="0">
                <a:solidFill>
                  <a:schemeClr val="accent4">
                    <a:lumMod val="75000"/>
                  </a:schemeClr>
                </a:solidFill>
                <a:latin typeface="Times New Roman" panose="02020603050405020304" pitchFamily="18" charset="0"/>
                <a:cs typeface="Times New Roman" panose="02020603050405020304" pitchFamily="18" charset="0"/>
              </a:rPr>
              <a:t>Users</a:t>
            </a:r>
            <a:r>
              <a:rPr lang="en-US" sz="2800" b="1" dirty="0">
                <a:solidFill>
                  <a:schemeClr val="accent4">
                    <a:lumMod val="75000"/>
                  </a:schemeClr>
                </a:solidFill>
                <a:latin typeface="Times New Roman" panose="02020603050405020304" pitchFamily="18" charset="0"/>
                <a:cs typeface="Times New Roman" panose="02020603050405020304" pitchFamily="18" charset="0"/>
              </a:rPr>
              <a:t>:</a:t>
            </a:r>
          </a:p>
          <a:p>
            <a:pPr algn="just">
              <a:buFont typeface="Wingdings" panose="05000000000000000000" pitchFamily="2" charset="2"/>
              <a:buChar char="Ø"/>
            </a:pPr>
            <a:r>
              <a:rPr lang="en-US" sz="2400" b="1" dirty="0">
                <a:solidFill>
                  <a:schemeClr val="tx1"/>
                </a:solidFill>
                <a:latin typeface="Times New Roman" panose="02020603050405020304" pitchFamily="18" charset="0"/>
                <a:cs typeface="Times New Roman" panose="02020603050405020304" pitchFamily="18" charset="0"/>
              </a:rPr>
              <a:t> </a:t>
            </a:r>
            <a:r>
              <a:rPr lang="en-US" sz="2400" b="0" i="0" dirty="0">
                <a:solidFill>
                  <a:schemeClr val="tx1"/>
                </a:solidFill>
                <a:effectLst/>
                <a:latin typeface="Times New Roman" panose="02020603050405020304" pitchFamily="18" charset="0"/>
                <a:cs typeface="Times New Roman" panose="02020603050405020304" pitchFamily="18" charset="0"/>
              </a:rPr>
              <a:t>A project user is defined as</a:t>
            </a:r>
            <a:r>
              <a:rPr lang="en-US" sz="2400" i="0" dirty="0">
                <a:solidFill>
                  <a:schemeClr val="tx1"/>
                </a:solidFill>
                <a:effectLst/>
                <a:latin typeface="Times New Roman" panose="02020603050405020304" pitchFamily="18" charset="0"/>
                <a:cs typeface="Times New Roman" panose="02020603050405020304" pitchFamily="18" charset="0"/>
              </a:rPr>
              <a:t> any user who is a member of any group within the project.</a:t>
            </a:r>
            <a:r>
              <a:rPr lang="en-US" sz="2400" dirty="0">
                <a:solidFill>
                  <a:schemeClr val="tx1"/>
                </a:solidFill>
                <a:latin typeface="Times New Roman" panose="02020603050405020304" pitchFamily="18" charset="0"/>
                <a:cs typeface="Times New Roman" panose="02020603050405020304" pitchFamily="18" charset="0"/>
              </a:rPr>
              <a:t> </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User will manage Registration, Login, view recommendations, enter reviews, view history, view reviews, etc.</a:t>
            </a:r>
            <a:r>
              <a:rPr lang="en-US" sz="2800" dirty="0">
                <a:solidFill>
                  <a:schemeClr val="tx1"/>
                </a:solidFill>
                <a:latin typeface="Times New Roman" panose="02020603050405020304" pitchFamily="18" charset="0"/>
                <a:cs typeface="Times New Roman" panose="02020603050405020304" pitchFamily="18" charset="0"/>
              </a:rPr>
              <a:t> </a:t>
            </a:r>
          </a:p>
          <a:p>
            <a:pPr marL="0" indent="0" algn="just">
              <a:buNone/>
            </a:pPr>
            <a:r>
              <a:rPr lang="en-US" sz="2800" b="1" u="sng" dirty="0">
                <a:solidFill>
                  <a:schemeClr val="accent4">
                    <a:lumMod val="75000"/>
                  </a:schemeClr>
                </a:solidFill>
                <a:latin typeface="Times New Roman" panose="02020603050405020304" pitchFamily="18" charset="0"/>
                <a:cs typeface="Times New Roman" panose="02020603050405020304" pitchFamily="18" charset="0"/>
              </a:rPr>
              <a:t>Recommendations: </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After verifying all the reviews of the movies.</a:t>
            </a:r>
          </a:p>
          <a:p>
            <a:pPr algn="just">
              <a:buFont typeface="Wingdings" panose="05000000000000000000" pitchFamily="2" charset="2"/>
              <a:buChar char="Ø"/>
            </a:pPr>
            <a:r>
              <a:rPr lang="en-US" sz="2400" dirty="0">
                <a:solidFill>
                  <a:schemeClr val="tx1"/>
                </a:solidFill>
                <a:latin typeface="Times New Roman" panose="02020603050405020304" pitchFamily="18" charset="0"/>
                <a:cs typeface="Times New Roman" panose="02020603050405020304" pitchFamily="18" charset="0"/>
              </a:rPr>
              <a:t>Based on the reviews the movies will be going to recommended.   </a:t>
            </a:r>
          </a:p>
          <a:p>
            <a:pPr marL="0" indent="0">
              <a:buNone/>
            </a:pPr>
            <a:endParaRPr lang="en-US" sz="2400" dirty="0">
              <a:solidFill>
                <a:schemeClr val="tx1"/>
              </a:solidFill>
              <a:latin typeface="Times New Roman" panose="02020603050405020304" pitchFamily="18" charset="0"/>
              <a:cs typeface="Times New Roman" panose="02020603050405020304" pitchFamily="18" charset="0"/>
            </a:endParaRPr>
          </a:p>
          <a:p>
            <a:pPr marL="0" indent="0" algn="just">
              <a:buNone/>
            </a:pPr>
            <a:endParaRPr lang="en-US" sz="2400" dirty="0">
              <a:solidFill>
                <a:schemeClr val="tx1"/>
              </a:solidFill>
              <a:latin typeface="Times New Roman" panose="02020603050405020304" pitchFamily="18" charset="0"/>
              <a:cs typeface="Times New Roman" panose="02020603050405020304" pitchFamily="18"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205102" y="517989"/>
            <a:ext cx="3950319" cy="528034"/>
          </a:xfrm>
        </p:spPr>
        <p:txBody>
          <a:bodyPr>
            <a:noAutofit/>
          </a:bodyPr>
          <a:lstStyle/>
          <a:p>
            <a:pPr algn="ctr"/>
            <a:r>
              <a:rPr lang="en-US" sz="3400" b="1" dirty="0">
                <a:solidFill>
                  <a:srgbClr val="FF0000"/>
                </a:solidFill>
                <a:latin typeface="Times New Roman" panose="02020603050405020304" pitchFamily="18" charset="0"/>
                <a:cs typeface="Times New Roman" panose="02020603050405020304" pitchFamily="18" charset="0"/>
              </a:rPr>
              <a:t>Use Case Diagram</a:t>
            </a:r>
          </a:p>
        </p:txBody>
      </p:sp>
      <p:sp>
        <p:nvSpPr>
          <p:cNvPr id="5" name="Content Placeholder 2"/>
          <p:cNvSpPr>
            <a:spLocks noGrp="1"/>
          </p:cNvSpPr>
          <p:nvPr>
            <p:ph idx="1"/>
          </p:nvPr>
        </p:nvSpPr>
        <p:spPr>
          <a:xfrm>
            <a:off x="670140" y="1615754"/>
            <a:ext cx="10262019" cy="4297680"/>
          </a:xfrm>
        </p:spPr>
        <p:txBody>
          <a:bodyPr>
            <a:normAutofit fontScale="92500" lnSpcReduction="20000"/>
          </a:bodyPr>
          <a:lstStyle/>
          <a:p>
            <a:pPr algn="just">
              <a:lnSpc>
                <a:spcPct val="150000"/>
              </a:lnSpc>
              <a:buFont typeface="Wingdings" panose="05000000000000000000" pitchFamily="2" charset="2"/>
              <a:buChar char="Ø"/>
            </a:pPr>
            <a:r>
              <a:rPr lang="en-US" sz="2600" dirty="0">
                <a:latin typeface="Times New Roman" pitchFamily="18" charset="0"/>
                <a:cs typeface="Times New Roman" pitchFamily="18" charset="0"/>
              </a:rPr>
              <a:t>A use case diagram in the Unified Modeling Language (UML) is a type of behavioral diagram defined by and created from a Use-case analysis. </a:t>
            </a:r>
          </a:p>
          <a:p>
            <a:pPr algn="just">
              <a:lnSpc>
                <a:spcPct val="150000"/>
              </a:lnSpc>
              <a:buFont typeface="Wingdings" panose="05000000000000000000" pitchFamily="2" charset="2"/>
              <a:buChar char="Ø"/>
            </a:pPr>
            <a:r>
              <a:rPr lang="en-US" sz="2600" dirty="0">
                <a:latin typeface="Times New Roman" pitchFamily="18" charset="0"/>
                <a:cs typeface="Times New Roman" pitchFamily="18" charset="0"/>
              </a:rPr>
              <a:t>Its purpose is to present a graphical overview of the functionality provided by a system in terms of actors, their goals (represented as use cases), and any dependencies between those use cases. </a:t>
            </a:r>
          </a:p>
          <a:p>
            <a:pPr algn="just">
              <a:lnSpc>
                <a:spcPct val="150000"/>
              </a:lnSpc>
              <a:buFont typeface="Wingdings" panose="05000000000000000000" pitchFamily="2" charset="2"/>
              <a:buChar char="Ø"/>
            </a:pPr>
            <a:r>
              <a:rPr lang="en-US" sz="2600" dirty="0">
                <a:latin typeface="Times New Roman" pitchFamily="18" charset="0"/>
                <a:cs typeface="Times New Roman" pitchFamily="18" charset="0"/>
              </a:rPr>
              <a:t>The main purpose of a use case diagram is to show what system functions are performed for which actor. The roles of the actors in the system can be depicted.</a:t>
            </a:r>
          </a:p>
          <a:p>
            <a:pPr lvl="0" algn="just">
              <a:lnSpc>
                <a:spcPct val="150000"/>
              </a:lnSpc>
            </a:pPr>
            <a:endParaRPr lang="en-US" sz="2000" dirty="0">
              <a:solidFill>
                <a:srgbClr val="1C1C1C"/>
              </a:solidFill>
              <a:latin typeface="Times New Roman" pitchFamily="18" charset="0"/>
              <a:cs typeface="Times New Roman" pitchFamily="18" charset="0"/>
            </a:endParaRPr>
          </a:p>
          <a:p>
            <a:pPr marL="342900" marR="0" lvl="0" indent="-342900" algn="just">
              <a:lnSpc>
                <a:spcPct val="150000"/>
              </a:lnSpc>
              <a:spcBef>
                <a:spcPts val="0"/>
              </a:spcBef>
              <a:spcAft>
                <a:spcPts val="800"/>
              </a:spcAft>
              <a:buFont typeface="Symbol" panose="05050102010706020507" pitchFamily="18" charset="2"/>
              <a:buChar char=""/>
            </a:pPr>
            <a:endParaRPr lang="en-US" sz="2000" dirty="0">
              <a:solidFill>
                <a:srgbClr val="1C1C1C"/>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endParaRPr lang="en-US" sz="2000" dirty="0">
              <a:solidFill>
                <a:srgbClr val="1C1C1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654242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Oval 2">
            <a:extLst>
              <a:ext uri="{FF2B5EF4-FFF2-40B4-BE49-F238E27FC236}">
                <a16:creationId xmlns:a16="http://schemas.microsoft.com/office/drawing/2014/main" id="{BE5A8DD4-04E0-4310-C310-C61F2A30A137}"/>
              </a:ext>
            </a:extLst>
          </p:cNvPr>
          <p:cNvSpPr/>
          <p:nvPr/>
        </p:nvSpPr>
        <p:spPr>
          <a:xfrm flipH="1">
            <a:off x="3424509" y="437955"/>
            <a:ext cx="995082" cy="38548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4" name="Oval 3">
            <a:extLst>
              <a:ext uri="{FF2B5EF4-FFF2-40B4-BE49-F238E27FC236}">
                <a16:creationId xmlns:a16="http://schemas.microsoft.com/office/drawing/2014/main" id="{7E45D04A-DDDE-D486-6032-7E080793B496}"/>
              </a:ext>
            </a:extLst>
          </p:cNvPr>
          <p:cNvSpPr/>
          <p:nvPr/>
        </p:nvSpPr>
        <p:spPr>
          <a:xfrm flipH="1">
            <a:off x="3469320" y="1259559"/>
            <a:ext cx="995080" cy="45719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5" name="Oval 4">
            <a:extLst>
              <a:ext uri="{FF2B5EF4-FFF2-40B4-BE49-F238E27FC236}">
                <a16:creationId xmlns:a16="http://schemas.microsoft.com/office/drawing/2014/main" id="{3DF619A9-FE9A-5772-F034-B4582A77EC76}"/>
              </a:ext>
            </a:extLst>
          </p:cNvPr>
          <p:cNvSpPr/>
          <p:nvPr/>
        </p:nvSpPr>
        <p:spPr>
          <a:xfrm flipH="1" flipV="1">
            <a:off x="3424515" y="1963276"/>
            <a:ext cx="995081" cy="385482"/>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 name="Oval 5">
            <a:extLst>
              <a:ext uri="{FF2B5EF4-FFF2-40B4-BE49-F238E27FC236}">
                <a16:creationId xmlns:a16="http://schemas.microsoft.com/office/drawing/2014/main" id="{DB3493CA-AF4A-4760-7859-0AF3F2AAD225}"/>
              </a:ext>
            </a:extLst>
          </p:cNvPr>
          <p:cNvSpPr/>
          <p:nvPr/>
        </p:nvSpPr>
        <p:spPr>
          <a:xfrm flipV="1">
            <a:off x="3424515" y="2716312"/>
            <a:ext cx="995081" cy="45719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 name="Oval 6">
            <a:extLst>
              <a:ext uri="{FF2B5EF4-FFF2-40B4-BE49-F238E27FC236}">
                <a16:creationId xmlns:a16="http://schemas.microsoft.com/office/drawing/2014/main" id="{48478675-0F09-D771-9D46-B7C1FAB6AA90}"/>
              </a:ext>
            </a:extLst>
          </p:cNvPr>
          <p:cNvSpPr/>
          <p:nvPr/>
        </p:nvSpPr>
        <p:spPr>
          <a:xfrm flipH="1">
            <a:off x="3424515" y="3541061"/>
            <a:ext cx="995081" cy="45719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8" name="Oval 7">
            <a:extLst>
              <a:ext uri="{FF2B5EF4-FFF2-40B4-BE49-F238E27FC236}">
                <a16:creationId xmlns:a16="http://schemas.microsoft.com/office/drawing/2014/main" id="{24CC114D-D0D9-6186-6F27-0CFDBE7F63F5}"/>
              </a:ext>
            </a:extLst>
          </p:cNvPr>
          <p:cNvSpPr/>
          <p:nvPr/>
        </p:nvSpPr>
        <p:spPr>
          <a:xfrm flipH="1" flipV="1">
            <a:off x="3424510" y="4365807"/>
            <a:ext cx="995083" cy="38548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9" name="Oval 8">
            <a:extLst>
              <a:ext uri="{FF2B5EF4-FFF2-40B4-BE49-F238E27FC236}">
                <a16:creationId xmlns:a16="http://schemas.microsoft.com/office/drawing/2014/main" id="{3674AF8A-EACD-6B15-2A20-0B5299F68833}"/>
              </a:ext>
            </a:extLst>
          </p:cNvPr>
          <p:cNvSpPr/>
          <p:nvPr/>
        </p:nvSpPr>
        <p:spPr>
          <a:xfrm>
            <a:off x="3424510" y="5118840"/>
            <a:ext cx="995083" cy="38548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 name="Oval 9">
            <a:extLst>
              <a:ext uri="{FF2B5EF4-FFF2-40B4-BE49-F238E27FC236}">
                <a16:creationId xmlns:a16="http://schemas.microsoft.com/office/drawing/2014/main" id="{BAE85364-9BFD-375C-6006-FF27C914CB90}"/>
              </a:ext>
            </a:extLst>
          </p:cNvPr>
          <p:cNvSpPr/>
          <p:nvPr/>
        </p:nvSpPr>
        <p:spPr>
          <a:xfrm flipH="1">
            <a:off x="3424509" y="5871873"/>
            <a:ext cx="995080" cy="457194"/>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cxnSp>
        <p:nvCxnSpPr>
          <p:cNvPr id="12" name="Straight Arrow Connector 11">
            <a:extLst>
              <a:ext uri="{FF2B5EF4-FFF2-40B4-BE49-F238E27FC236}">
                <a16:creationId xmlns:a16="http://schemas.microsoft.com/office/drawing/2014/main" id="{E5EF2C8A-357E-45A6-31FD-19429140EDD4}"/>
              </a:ext>
            </a:extLst>
          </p:cNvPr>
          <p:cNvCxnSpPr>
            <a:cxnSpLocks/>
          </p:cNvCxnSpPr>
          <p:nvPr/>
        </p:nvCxnSpPr>
        <p:spPr>
          <a:xfrm flipV="1">
            <a:off x="1684239" y="823437"/>
            <a:ext cx="1722327" cy="312326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63C0CE12-0AB7-45FF-1A70-156D332F8E7B}"/>
              </a:ext>
            </a:extLst>
          </p:cNvPr>
          <p:cNvCxnSpPr>
            <a:cxnSpLocks/>
          </p:cNvCxnSpPr>
          <p:nvPr/>
        </p:nvCxnSpPr>
        <p:spPr>
          <a:xfrm flipV="1">
            <a:off x="1675266" y="1707788"/>
            <a:ext cx="1569958" cy="2238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F203C06D-2E7B-56DC-CB13-BE6E002426FB}"/>
              </a:ext>
            </a:extLst>
          </p:cNvPr>
          <p:cNvCxnSpPr>
            <a:cxnSpLocks/>
          </p:cNvCxnSpPr>
          <p:nvPr/>
        </p:nvCxnSpPr>
        <p:spPr>
          <a:xfrm flipV="1">
            <a:off x="1684239" y="2339788"/>
            <a:ext cx="1587879" cy="16069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3" name="Straight Arrow Connector 32">
            <a:extLst>
              <a:ext uri="{FF2B5EF4-FFF2-40B4-BE49-F238E27FC236}">
                <a16:creationId xmlns:a16="http://schemas.microsoft.com/office/drawing/2014/main" id="{8AC10C78-7F17-EC0E-0A69-0D8ADFFA527B}"/>
              </a:ext>
            </a:extLst>
          </p:cNvPr>
          <p:cNvCxnSpPr>
            <a:cxnSpLocks/>
          </p:cNvCxnSpPr>
          <p:nvPr/>
        </p:nvCxnSpPr>
        <p:spPr>
          <a:xfrm flipV="1">
            <a:off x="1676395" y="2998694"/>
            <a:ext cx="1685372" cy="97042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C38A45AA-76EC-20F4-A0ED-49746461CF70}"/>
              </a:ext>
            </a:extLst>
          </p:cNvPr>
          <p:cNvCxnSpPr>
            <a:cxnSpLocks/>
          </p:cNvCxnSpPr>
          <p:nvPr/>
        </p:nvCxnSpPr>
        <p:spPr>
          <a:xfrm flipV="1">
            <a:off x="1676396" y="3723039"/>
            <a:ext cx="1721225" cy="25281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079D9AC6-69A3-464B-9147-712D113441B8}"/>
              </a:ext>
            </a:extLst>
          </p:cNvPr>
          <p:cNvCxnSpPr>
            <a:cxnSpLocks/>
          </p:cNvCxnSpPr>
          <p:nvPr/>
        </p:nvCxnSpPr>
        <p:spPr>
          <a:xfrm>
            <a:off x="1676396" y="3969123"/>
            <a:ext cx="1676402" cy="51772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D68EBE4D-A86D-81A0-4692-A022B5A1EA11}"/>
              </a:ext>
            </a:extLst>
          </p:cNvPr>
          <p:cNvCxnSpPr>
            <a:cxnSpLocks/>
          </p:cNvCxnSpPr>
          <p:nvPr/>
        </p:nvCxnSpPr>
        <p:spPr>
          <a:xfrm>
            <a:off x="1676397" y="3969123"/>
            <a:ext cx="1595716" cy="1218722"/>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AFB5609F-7B96-0168-1F53-9B802A48EE73}"/>
              </a:ext>
            </a:extLst>
          </p:cNvPr>
          <p:cNvCxnSpPr>
            <a:cxnSpLocks/>
          </p:cNvCxnSpPr>
          <p:nvPr/>
        </p:nvCxnSpPr>
        <p:spPr>
          <a:xfrm>
            <a:off x="1684239" y="3969123"/>
            <a:ext cx="1713374" cy="19556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53" name="Oval 52">
            <a:extLst>
              <a:ext uri="{FF2B5EF4-FFF2-40B4-BE49-F238E27FC236}">
                <a16:creationId xmlns:a16="http://schemas.microsoft.com/office/drawing/2014/main" id="{7CAD642C-29BF-E800-A9CC-D24A37277EF3}"/>
              </a:ext>
            </a:extLst>
          </p:cNvPr>
          <p:cNvSpPr/>
          <p:nvPr/>
        </p:nvSpPr>
        <p:spPr>
          <a:xfrm flipH="1">
            <a:off x="1129576" y="3495342"/>
            <a:ext cx="224096" cy="274316"/>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solidFill>
                <a:srgbClr val="FF0000"/>
              </a:solidFill>
            </a:endParaRPr>
          </a:p>
        </p:txBody>
      </p:sp>
      <p:cxnSp>
        <p:nvCxnSpPr>
          <p:cNvPr id="55" name="Straight Connector 54">
            <a:extLst>
              <a:ext uri="{FF2B5EF4-FFF2-40B4-BE49-F238E27FC236}">
                <a16:creationId xmlns:a16="http://schemas.microsoft.com/office/drawing/2014/main" id="{1179E3D1-A16C-77A0-C810-252255D785B6}"/>
              </a:ext>
            </a:extLst>
          </p:cNvPr>
          <p:cNvCxnSpPr>
            <a:cxnSpLocks/>
          </p:cNvCxnSpPr>
          <p:nvPr/>
        </p:nvCxnSpPr>
        <p:spPr>
          <a:xfrm flipV="1">
            <a:off x="1250589" y="3769658"/>
            <a:ext cx="0" cy="788889"/>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36F393C-8332-1936-7BEC-7514A0F4C877}"/>
              </a:ext>
            </a:extLst>
          </p:cNvPr>
          <p:cNvCxnSpPr/>
          <p:nvPr/>
        </p:nvCxnSpPr>
        <p:spPr>
          <a:xfrm>
            <a:off x="600635" y="5567082"/>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4D2F916-4E96-4780-3BCE-8B8C5F3D6EFE}"/>
              </a:ext>
            </a:extLst>
          </p:cNvPr>
          <p:cNvCxnSpPr/>
          <p:nvPr/>
        </p:nvCxnSpPr>
        <p:spPr>
          <a:xfrm flipV="1">
            <a:off x="1524000" y="4177553"/>
            <a:ext cx="0" cy="26894"/>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DC3B2DBF-46C1-E57D-DF0E-E7F7FE10DBC1}"/>
              </a:ext>
            </a:extLst>
          </p:cNvPr>
          <p:cNvCxnSpPr/>
          <p:nvPr/>
        </p:nvCxnSpPr>
        <p:spPr>
          <a:xfrm>
            <a:off x="1586753" y="4069976"/>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22721AC4-4351-09A4-E188-85EC46D7C340}"/>
              </a:ext>
            </a:extLst>
          </p:cNvPr>
          <p:cNvCxnSpPr>
            <a:cxnSpLocks/>
          </p:cNvCxnSpPr>
          <p:nvPr/>
        </p:nvCxnSpPr>
        <p:spPr>
          <a:xfrm flipH="1">
            <a:off x="1048871" y="4105835"/>
            <a:ext cx="475129"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89DD42B6-E1B4-D949-5052-E58AF32BA261}"/>
              </a:ext>
            </a:extLst>
          </p:cNvPr>
          <p:cNvCxnSpPr>
            <a:cxnSpLocks/>
          </p:cNvCxnSpPr>
          <p:nvPr/>
        </p:nvCxnSpPr>
        <p:spPr>
          <a:xfrm flipH="1">
            <a:off x="945783" y="4558547"/>
            <a:ext cx="295841" cy="192741"/>
          </a:xfrm>
          <a:prstGeom prst="line">
            <a:avLst/>
          </a:prstGeom>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A36A8FE7-40AE-671B-DBD6-586107B4B81E}"/>
              </a:ext>
            </a:extLst>
          </p:cNvPr>
          <p:cNvCxnSpPr/>
          <p:nvPr/>
        </p:nvCxnSpPr>
        <p:spPr>
          <a:xfrm>
            <a:off x="1658471" y="5118840"/>
            <a:ext cx="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57B59970-E5EA-1691-28B8-1CB38BB36D2C}"/>
              </a:ext>
            </a:extLst>
          </p:cNvPr>
          <p:cNvCxnSpPr>
            <a:cxnSpLocks/>
          </p:cNvCxnSpPr>
          <p:nvPr/>
        </p:nvCxnSpPr>
        <p:spPr>
          <a:xfrm>
            <a:off x="1286435" y="4558547"/>
            <a:ext cx="237565" cy="192741"/>
          </a:xfrm>
          <a:prstGeom prst="line">
            <a:avLst/>
          </a:prstGeom>
        </p:spPr>
        <p:style>
          <a:lnRef idx="1">
            <a:schemeClr val="accent1"/>
          </a:lnRef>
          <a:fillRef idx="0">
            <a:schemeClr val="accent1"/>
          </a:fillRef>
          <a:effectRef idx="0">
            <a:schemeClr val="accent1"/>
          </a:effectRef>
          <a:fontRef idx="minor">
            <a:schemeClr val="tx1"/>
          </a:fontRef>
        </p:style>
      </p:cxnSp>
      <p:sp>
        <p:nvSpPr>
          <p:cNvPr id="89" name="TextBox 88">
            <a:extLst>
              <a:ext uri="{FF2B5EF4-FFF2-40B4-BE49-F238E27FC236}">
                <a16:creationId xmlns:a16="http://schemas.microsoft.com/office/drawing/2014/main" id="{3D268422-76F4-A1F6-B118-6A0ADE9111F4}"/>
              </a:ext>
            </a:extLst>
          </p:cNvPr>
          <p:cNvSpPr txBox="1"/>
          <p:nvPr/>
        </p:nvSpPr>
        <p:spPr>
          <a:xfrm flipH="1">
            <a:off x="945781" y="5105388"/>
            <a:ext cx="990589" cy="382784"/>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User</a:t>
            </a:r>
            <a:endParaRPr lang="en-IN" dirty="0">
              <a:latin typeface="Times New Roman" panose="02020603050405020304" pitchFamily="18" charset="0"/>
              <a:cs typeface="Times New Roman" panose="02020603050405020304" pitchFamily="18" charset="0"/>
            </a:endParaRPr>
          </a:p>
        </p:txBody>
      </p:sp>
      <p:sp>
        <p:nvSpPr>
          <p:cNvPr id="96" name="TextBox 95">
            <a:extLst>
              <a:ext uri="{FF2B5EF4-FFF2-40B4-BE49-F238E27FC236}">
                <a16:creationId xmlns:a16="http://schemas.microsoft.com/office/drawing/2014/main" id="{6D96716E-3EE5-76F0-9613-B19353481119}"/>
              </a:ext>
            </a:extLst>
          </p:cNvPr>
          <p:cNvSpPr txBox="1"/>
          <p:nvPr/>
        </p:nvSpPr>
        <p:spPr>
          <a:xfrm>
            <a:off x="3424509" y="848975"/>
            <a:ext cx="1586753"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Registration</a:t>
            </a:r>
            <a:endParaRPr lang="en-IN" dirty="0">
              <a:latin typeface="Times New Roman" panose="02020603050405020304" pitchFamily="18" charset="0"/>
              <a:cs typeface="Times New Roman" panose="02020603050405020304" pitchFamily="18" charset="0"/>
            </a:endParaRPr>
          </a:p>
        </p:txBody>
      </p:sp>
      <p:sp>
        <p:nvSpPr>
          <p:cNvPr id="97" name="TextBox 96">
            <a:extLst>
              <a:ext uri="{FF2B5EF4-FFF2-40B4-BE49-F238E27FC236}">
                <a16:creationId xmlns:a16="http://schemas.microsoft.com/office/drawing/2014/main" id="{746BE45F-D3BC-0F98-DE9E-6FC9F19FB88E}"/>
              </a:ext>
            </a:extLst>
          </p:cNvPr>
          <p:cNvSpPr txBox="1"/>
          <p:nvPr/>
        </p:nvSpPr>
        <p:spPr>
          <a:xfrm>
            <a:off x="3425544" y="1633149"/>
            <a:ext cx="14164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Login</a:t>
            </a:r>
            <a:endParaRPr lang="en-IN" dirty="0">
              <a:latin typeface="Times New Roman" panose="02020603050405020304" pitchFamily="18" charset="0"/>
              <a:cs typeface="Times New Roman" panose="02020603050405020304" pitchFamily="18" charset="0"/>
            </a:endParaRPr>
          </a:p>
        </p:txBody>
      </p:sp>
      <p:sp>
        <p:nvSpPr>
          <p:cNvPr id="99" name="TextBox 98">
            <a:extLst>
              <a:ext uri="{FF2B5EF4-FFF2-40B4-BE49-F238E27FC236}">
                <a16:creationId xmlns:a16="http://schemas.microsoft.com/office/drawing/2014/main" id="{10CFB9E9-B9F2-0AF7-E477-604B1BABC266}"/>
              </a:ext>
            </a:extLst>
          </p:cNvPr>
          <p:cNvSpPr txBox="1"/>
          <p:nvPr/>
        </p:nvSpPr>
        <p:spPr>
          <a:xfrm>
            <a:off x="3397621" y="2420476"/>
            <a:ext cx="252805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Enter Movie Name</a:t>
            </a:r>
            <a:endParaRPr lang="en-IN" dirty="0">
              <a:latin typeface="Times New Roman" panose="02020603050405020304" pitchFamily="18" charset="0"/>
              <a:cs typeface="Times New Roman" panose="02020603050405020304" pitchFamily="18" charset="0"/>
            </a:endParaRPr>
          </a:p>
        </p:txBody>
      </p:sp>
      <p:sp>
        <p:nvSpPr>
          <p:cNvPr id="100" name="TextBox 99">
            <a:extLst>
              <a:ext uri="{FF2B5EF4-FFF2-40B4-BE49-F238E27FC236}">
                <a16:creationId xmlns:a16="http://schemas.microsoft.com/office/drawing/2014/main" id="{2A0D3C49-6DA6-F73E-C08E-F9CAB1D3802B}"/>
              </a:ext>
            </a:extLst>
          </p:cNvPr>
          <p:cNvSpPr txBox="1"/>
          <p:nvPr/>
        </p:nvSpPr>
        <p:spPr>
          <a:xfrm>
            <a:off x="3352805" y="3206232"/>
            <a:ext cx="3299009"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View Recommendations</a:t>
            </a:r>
            <a:endParaRPr lang="en-IN" dirty="0">
              <a:latin typeface="Times New Roman" panose="02020603050405020304" pitchFamily="18" charset="0"/>
              <a:cs typeface="Times New Roman" panose="02020603050405020304" pitchFamily="18" charset="0"/>
            </a:endParaRPr>
          </a:p>
        </p:txBody>
      </p:sp>
      <p:sp>
        <p:nvSpPr>
          <p:cNvPr id="101" name="TextBox 100">
            <a:extLst>
              <a:ext uri="{FF2B5EF4-FFF2-40B4-BE49-F238E27FC236}">
                <a16:creationId xmlns:a16="http://schemas.microsoft.com/office/drawing/2014/main" id="{84CC9854-45D0-F8ED-6155-D5A6CAFD5DA0}"/>
              </a:ext>
            </a:extLst>
          </p:cNvPr>
          <p:cNvSpPr txBox="1"/>
          <p:nvPr/>
        </p:nvSpPr>
        <p:spPr>
          <a:xfrm>
            <a:off x="3397621" y="4043967"/>
            <a:ext cx="2402544"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Enter Movie Reviews</a:t>
            </a:r>
            <a:endParaRPr lang="en-IN" dirty="0">
              <a:latin typeface="Times New Roman" panose="02020603050405020304" pitchFamily="18" charset="0"/>
              <a:cs typeface="Times New Roman" panose="02020603050405020304" pitchFamily="18" charset="0"/>
            </a:endParaRPr>
          </a:p>
        </p:txBody>
      </p:sp>
      <p:sp>
        <p:nvSpPr>
          <p:cNvPr id="102" name="TextBox 101">
            <a:extLst>
              <a:ext uri="{FF2B5EF4-FFF2-40B4-BE49-F238E27FC236}">
                <a16:creationId xmlns:a16="http://schemas.microsoft.com/office/drawing/2014/main" id="{39BF3B7E-4E3A-2314-4C74-31A95FEB1663}"/>
              </a:ext>
            </a:extLst>
          </p:cNvPr>
          <p:cNvSpPr txBox="1"/>
          <p:nvPr/>
        </p:nvSpPr>
        <p:spPr>
          <a:xfrm>
            <a:off x="3352799" y="4818513"/>
            <a:ext cx="214256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View History</a:t>
            </a:r>
            <a:endParaRPr lang="en-IN" dirty="0">
              <a:latin typeface="Times New Roman" panose="02020603050405020304" pitchFamily="18" charset="0"/>
              <a:cs typeface="Times New Roman" panose="02020603050405020304" pitchFamily="18" charset="0"/>
            </a:endParaRPr>
          </a:p>
        </p:txBody>
      </p:sp>
      <p:sp>
        <p:nvSpPr>
          <p:cNvPr id="103" name="TextBox 102">
            <a:extLst>
              <a:ext uri="{FF2B5EF4-FFF2-40B4-BE49-F238E27FC236}">
                <a16:creationId xmlns:a16="http://schemas.microsoft.com/office/drawing/2014/main" id="{04F91DF2-C4A7-D7F7-27E0-D53D4467DAA1}"/>
              </a:ext>
            </a:extLst>
          </p:cNvPr>
          <p:cNvSpPr txBox="1"/>
          <p:nvPr/>
        </p:nvSpPr>
        <p:spPr>
          <a:xfrm flipH="1">
            <a:off x="3424510" y="5555397"/>
            <a:ext cx="167640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View Reviews</a:t>
            </a:r>
            <a:endParaRPr lang="en-IN" dirty="0">
              <a:latin typeface="Times New Roman" panose="02020603050405020304" pitchFamily="18" charset="0"/>
              <a:cs typeface="Times New Roman" panose="02020603050405020304" pitchFamily="18" charset="0"/>
            </a:endParaRPr>
          </a:p>
        </p:txBody>
      </p:sp>
      <p:sp>
        <p:nvSpPr>
          <p:cNvPr id="104" name="TextBox 103">
            <a:extLst>
              <a:ext uri="{FF2B5EF4-FFF2-40B4-BE49-F238E27FC236}">
                <a16:creationId xmlns:a16="http://schemas.microsoft.com/office/drawing/2014/main" id="{1404DA09-DB33-36CE-D64F-EB16AEB6EC6E}"/>
              </a:ext>
            </a:extLst>
          </p:cNvPr>
          <p:cNvSpPr txBox="1"/>
          <p:nvPr/>
        </p:nvSpPr>
        <p:spPr>
          <a:xfrm>
            <a:off x="3425880" y="6420045"/>
            <a:ext cx="95563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Log out</a:t>
            </a:r>
            <a:endParaRPr lang="en-IN" dirty="0">
              <a:latin typeface="Times New Roman" panose="02020603050405020304" pitchFamily="18" charset="0"/>
              <a:cs typeface="Times New Roman" panose="02020603050405020304" pitchFamily="18" charset="0"/>
            </a:endParaRPr>
          </a:p>
        </p:txBody>
      </p:sp>
      <p:sp>
        <p:nvSpPr>
          <p:cNvPr id="105" name="Oval 104">
            <a:extLst>
              <a:ext uri="{FF2B5EF4-FFF2-40B4-BE49-F238E27FC236}">
                <a16:creationId xmlns:a16="http://schemas.microsoft.com/office/drawing/2014/main" id="{4ACEBEA2-B118-39F6-AEC3-44FDD3BABBB5}"/>
              </a:ext>
            </a:extLst>
          </p:cNvPr>
          <p:cNvSpPr/>
          <p:nvPr/>
        </p:nvSpPr>
        <p:spPr>
          <a:xfrm flipH="1" flipV="1">
            <a:off x="8238565" y="457198"/>
            <a:ext cx="995081" cy="38548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6" name="Oval 105">
            <a:extLst>
              <a:ext uri="{FF2B5EF4-FFF2-40B4-BE49-F238E27FC236}">
                <a16:creationId xmlns:a16="http://schemas.microsoft.com/office/drawing/2014/main" id="{7B98A73E-1F44-6E25-ED36-0D8A1888A7B7}"/>
              </a:ext>
            </a:extLst>
          </p:cNvPr>
          <p:cNvSpPr/>
          <p:nvPr/>
        </p:nvSpPr>
        <p:spPr>
          <a:xfrm flipH="1">
            <a:off x="8238566" y="1979427"/>
            <a:ext cx="995080" cy="36036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7" name="Oval 106">
            <a:extLst>
              <a:ext uri="{FF2B5EF4-FFF2-40B4-BE49-F238E27FC236}">
                <a16:creationId xmlns:a16="http://schemas.microsoft.com/office/drawing/2014/main" id="{8F533164-A03A-5EE2-ACBB-D6B16958154E}"/>
              </a:ext>
            </a:extLst>
          </p:cNvPr>
          <p:cNvSpPr/>
          <p:nvPr/>
        </p:nvSpPr>
        <p:spPr>
          <a:xfrm flipH="1" flipV="1">
            <a:off x="8238550" y="3173503"/>
            <a:ext cx="995084" cy="367555"/>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8" name="Oval 107">
            <a:extLst>
              <a:ext uri="{FF2B5EF4-FFF2-40B4-BE49-F238E27FC236}">
                <a16:creationId xmlns:a16="http://schemas.microsoft.com/office/drawing/2014/main" id="{38347C76-6D24-7495-B710-E482CEBA68CE}"/>
              </a:ext>
            </a:extLst>
          </p:cNvPr>
          <p:cNvSpPr/>
          <p:nvPr/>
        </p:nvSpPr>
        <p:spPr>
          <a:xfrm flipH="1">
            <a:off x="8238564" y="5555397"/>
            <a:ext cx="995070" cy="39716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09" name="Oval 108">
            <a:extLst>
              <a:ext uri="{FF2B5EF4-FFF2-40B4-BE49-F238E27FC236}">
                <a16:creationId xmlns:a16="http://schemas.microsoft.com/office/drawing/2014/main" id="{8F31EE81-7734-2C05-C586-8347349D0069}"/>
              </a:ext>
            </a:extLst>
          </p:cNvPr>
          <p:cNvSpPr/>
          <p:nvPr/>
        </p:nvSpPr>
        <p:spPr>
          <a:xfrm>
            <a:off x="8238553" y="4354127"/>
            <a:ext cx="995083" cy="39716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14" name="Oval 113">
            <a:extLst>
              <a:ext uri="{FF2B5EF4-FFF2-40B4-BE49-F238E27FC236}">
                <a16:creationId xmlns:a16="http://schemas.microsoft.com/office/drawing/2014/main" id="{763246B7-D075-05D4-7E76-10F1C4030F09}"/>
              </a:ext>
            </a:extLst>
          </p:cNvPr>
          <p:cNvSpPr/>
          <p:nvPr/>
        </p:nvSpPr>
        <p:spPr>
          <a:xfrm flipV="1">
            <a:off x="6651807" y="3010323"/>
            <a:ext cx="277911" cy="222344"/>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cxnSp>
        <p:nvCxnSpPr>
          <p:cNvPr id="116" name="Straight Connector 115">
            <a:extLst>
              <a:ext uri="{FF2B5EF4-FFF2-40B4-BE49-F238E27FC236}">
                <a16:creationId xmlns:a16="http://schemas.microsoft.com/office/drawing/2014/main" id="{02F51AA4-DEAD-1F5B-0796-3335086860E3}"/>
              </a:ext>
            </a:extLst>
          </p:cNvPr>
          <p:cNvCxnSpPr>
            <a:cxnSpLocks/>
            <a:endCxn id="114" idx="0"/>
          </p:cNvCxnSpPr>
          <p:nvPr/>
        </p:nvCxnSpPr>
        <p:spPr>
          <a:xfrm flipV="1">
            <a:off x="6790763" y="3232667"/>
            <a:ext cx="0" cy="980744"/>
          </a:xfrm>
          <a:prstGeom prst="line">
            <a:avLst/>
          </a:prstGeom>
        </p:spPr>
        <p:style>
          <a:lnRef idx="1">
            <a:schemeClr val="accent1"/>
          </a:lnRef>
          <a:fillRef idx="0">
            <a:schemeClr val="accent1"/>
          </a:fillRef>
          <a:effectRef idx="0">
            <a:schemeClr val="accent1"/>
          </a:effectRef>
          <a:fontRef idx="minor">
            <a:schemeClr val="tx1"/>
          </a:fontRef>
        </p:style>
      </p:cxnSp>
      <p:cxnSp>
        <p:nvCxnSpPr>
          <p:cNvPr id="121" name="Straight Connector 120">
            <a:extLst>
              <a:ext uri="{FF2B5EF4-FFF2-40B4-BE49-F238E27FC236}">
                <a16:creationId xmlns:a16="http://schemas.microsoft.com/office/drawing/2014/main" id="{488B3B0B-58E8-A33B-8CA9-E86AC60DB2C6}"/>
              </a:ext>
            </a:extLst>
          </p:cNvPr>
          <p:cNvCxnSpPr>
            <a:cxnSpLocks/>
          </p:cNvCxnSpPr>
          <p:nvPr/>
        </p:nvCxnSpPr>
        <p:spPr>
          <a:xfrm>
            <a:off x="6472518" y="3657600"/>
            <a:ext cx="663388"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24" name="Straight Connector 123">
            <a:extLst>
              <a:ext uri="{FF2B5EF4-FFF2-40B4-BE49-F238E27FC236}">
                <a16:creationId xmlns:a16="http://schemas.microsoft.com/office/drawing/2014/main" id="{5BC0F76C-10EA-BF9B-2925-DDA505385B58}"/>
              </a:ext>
            </a:extLst>
          </p:cNvPr>
          <p:cNvCxnSpPr>
            <a:cxnSpLocks/>
          </p:cNvCxnSpPr>
          <p:nvPr/>
        </p:nvCxnSpPr>
        <p:spPr>
          <a:xfrm flipH="1">
            <a:off x="6391837" y="4204447"/>
            <a:ext cx="398926" cy="208852"/>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837BDB9D-0F61-C699-9846-42CA947CFCF4}"/>
              </a:ext>
            </a:extLst>
          </p:cNvPr>
          <p:cNvCxnSpPr>
            <a:cxnSpLocks/>
          </p:cNvCxnSpPr>
          <p:nvPr/>
        </p:nvCxnSpPr>
        <p:spPr>
          <a:xfrm flipH="1" flipV="1">
            <a:off x="6799733" y="4204447"/>
            <a:ext cx="398926" cy="295835"/>
          </a:xfrm>
          <a:prstGeom prst="line">
            <a:avLst/>
          </a:prstGeom>
        </p:spPr>
        <p:style>
          <a:lnRef idx="1">
            <a:schemeClr val="accent1"/>
          </a:lnRef>
          <a:fillRef idx="0">
            <a:schemeClr val="accent1"/>
          </a:fillRef>
          <a:effectRef idx="0">
            <a:schemeClr val="accent1"/>
          </a:effectRef>
          <a:fontRef idx="minor">
            <a:schemeClr val="tx1"/>
          </a:fontRef>
        </p:style>
      </p:cxnSp>
      <p:sp>
        <p:nvSpPr>
          <p:cNvPr id="134" name="Oval 133">
            <a:extLst>
              <a:ext uri="{FF2B5EF4-FFF2-40B4-BE49-F238E27FC236}">
                <a16:creationId xmlns:a16="http://schemas.microsoft.com/office/drawing/2014/main" id="{E2152E0D-B8B2-2FB8-4AE1-B5366B8DEBA9}"/>
              </a:ext>
            </a:extLst>
          </p:cNvPr>
          <p:cNvSpPr/>
          <p:nvPr/>
        </p:nvSpPr>
        <p:spPr>
          <a:xfrm>
            <a:off x="6647323" y="3026465"/>
            <a:ext cx="277911" cy="206201"/>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38" name="TextBox 137">
            <a:extLst>
              <a:ext uri="{FF2B5EF4-FFF2-40B4-BE49-F238E27FC236}">
                <a16:creationId xmlns:a16="http://schemas.microsoft.com/office/drawing/2014/main" id="{C234C589-486B-DBEA-F585-C02CA91457E6}"/>
              </a:ext>
            </a:extLst>
          </p:cNvPr>
          <p:cNvSpPr txBox="1"/>
          <p:nvPr/>
        </p:nvSpPr>
        <p:spPr>
          <a:xfrm flipH="1">
            <a:off x="6391837" y="4672413"/>
            <a:ext cx="98611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Admin</a:t>
            </a:r>
            <a:endParaRPr lang="en-IN" dirty="0">
              <a:latin typeface="Times New Roman" panose="02020603050405020304" pitchFamily="18" charset="0"/>
              <a:cs typeface="Times New Roman" panose="02020603050405020304" pitchFamily="18" charset="0"/>
            </a:endParaRPr>
          </a:p>
        </p:txBody>
      </p:sp>
      <p:cxnSp>
        <p:nvCxnSpPr>
          <p:cNvPr id="140" name="Straight Arrow Connector 139">
            <a:extLst>
              <a:ext uri="{FF2B5EF4-FFF2-40B4-BE49-F238E27FC236}">
                <a16:creationId xmlns:a16="http://schemas.microsoft.com/office/drawing/2014/main" id="{95349D47-8769-E6B6-DEFE-BA55A8A29DC8}"/>
              </a:ext>
            </a:extLst>
          </p:cNvPr>
          <p:cNvCxnSpPr>
            <a:cxnSpLocks/>
          </p:cNvCxnSpPr>
          <p:nvPr/>
        </p:nvCxnSpPr>
        <p:spPr>
          <a:xfrm flipV="1">
            <a:off x="7225536" y="762000"/>
            <a:ext cx="1013014" cy="27674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4" name="Straight Arrow Connector 143">
            <a:extLst>
              <a:ext uri="{FF2B5EF4-FFF2-40B4-BE49-F238E27FC236}">
                <a16:creationId xmlns:a16="http://schemas.microsoft.com/office/drawing/2014/main" id="{1744702D-8EC7-4938-6BDE-62A1E6A44ABC}"/>
              </a:ext>
            </a:extLst>
          </p:cNvPr>
          <p:cNvCxnSpPr>
            <a:cxnSpLocks/>
          </p:cNvCxnSpPr>
          <p:nvPr/>
        </p:nvCxnSpPr>
        <p:spPr>
          <a:xfrm>
            <a:off x="7225101" y="3541058"/>
            <a:ext cx="1103100" cy="201433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49" name="Straight Arrow Connector 148">
            <a:extLst>
              <a:ext uri="{FF2B5EF4-FFF2-40B4-BE49-F238E27FC236}">
                <a16:creationId xmlns:a16="http://schemas.microsoft.com/office/drawing/2014/main" id="{061EEA1A-62F1-1306-22C1-5A488EEF807F}"/>
              </a:ext>
            </a:extLst>
          </p:cNvPr>
          <p:cNvCxnSpPr>
            <a:cxnSpLocks/>
          </p:cNvCxnSpPr>
          <p:nvPr/>
        </p:nvCxnSpPr>
        <p:spPr>
          <a:xfrm flipV="1">
            <a:off x="7245710" y="2262225"/>
            <a:ext cx="939049" cy="126717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4" name="Straight Arrow Connector 153">
            <a:extLst>
              <a:ext uri="{FF2B5EF4-FFF2-40B4-BE49-F238E27FC236}">
                <a16:creationId xmlns:a16="http://schemas.microsoft.com/office/drawing/2014/main" id="{BC6855F9-815F-EAAF-1BD7-8C3FD5648FCA}"/>
              </a:ext>
            </a:extLst>
          </p:cNvPr>
          <p:cNvCxnSpPr>
            <a:cxnSpLocks/>
          </p:cNvCxnSpPr>
          <p:nvPr/>
        </p:nvCxnSpPr>
        <p:spPr>
          <a:xfrm>
            <a:off x="7243469" y="3550018"/>
            <a:ext cx="950269" cy="86328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59" name="Straight Arrow Connector 158">
            <a:extLst>
              <a:ext uri="{FF2B5EF4-FFF2-40B4-BE49-F238E27FC236}">
                <a16:creationId xmlns:a16="http://schemas.microsoft.com/office/drawing/2014/main" id="{CA27896E-2C5C-43A3-B331-5FEC7D09546B}"/>
              </a:ext>
            </a:extLst>
          </p:cNvPr>
          <p:cNvCxnSpPr>
            <a:cxnSpLocks/>
          </p:cNvCxnSpPr>
          <p:nvPr/>
        </p:nvCxnSpPr>
        <p:spPr>
          <a:xfrm flipV="1">
            <a:off x="7243469" y="3429000"/>
            <a:ext cx="883035" cy="12101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64" name="TextBox 163">
            <a:extLst>
              <a:ext uri="{FF2B5EF4-FFF2-40B4-BE49-F238E27FC236}">
                <a16:creationId xmlns:a16="http://schemas.microsoft.com/office/drawing/2014/main" id="{7067CCF2-AA24-4485-D152-E90A68B6B29B}"/>
              </a:ext>
            </a:extLst>
          </p:cNvPr>
          <p:cNvSpPr txBox="1"/>
          <p:nvPr/>
        </p:nvSpPr>
        <p:spPr>
          <a:xfrm>
            <a:off x="8301303" y="5980882"/>
            <a:ext cx="1237947"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Log out</a:t>
            </a:r>
            <a:endParaRPr lang="en-IN" dirty="0">
              <a:latin typeface="Times New Roman" panose="02020603050405020304" pitchFamily="18" charset="0"/>
              <a:cs typeface="Times New Roman" panose="02020603050405020304" pitchFamily="18" charset="0"/>
            </a:endParaRPr>
          </a:p>
        </p:txBody>
      </p:sp>
      <p:sp>
        <p:nvSpPr>
          <p:cNvPr id="165" name="TextBox 164">
            <a:extLst>
              <a:ext uri="{FF2B5EF4-FFF2-40B4-BE49-F238E27FC236}">
                <a16:creationId xmlns:a16="http://schemas.microsoft.com/office/drawing/2014/main" id="{604123FF-E7ED-F59D-F9B8-5866F488F630}"/>
              </a:ext>
            </a:extLst>
          </p:cNvPr>
          <p:cNvSpPr txBox="1"/>
          <p:nvPr/>
        </p:nvSpPr>
        <p:spPr>
          <a:xfrm>
            <a:off x="8184759" y="4906397"/>
            <a:ext cx="1972238"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View History</a:t>
            </a:r>
            <a:endParaRPr lang="en-IN" dirty="0">
              <a:latin typeface="Times New Roman" panose="02020603050405020304" pitchFamily="18" charset="0"/>
              <a:cs typeface="Times New Roman" panose="02020603050405020304" pitchFamily="18" charset="0"/>
            </a:endParaRPr>
          </a:p>
        </p:txBody>
      </p:sp>
      <p:sp>
        <p:nvSpPr>
          <p:cNvPr id="166" name="TextBox 165">
            <a:extLst>
              <a:ext uri="{FF2B5EF4-FFF2-40B4-BE49-F238E27FC236}">
                <a16:creationId xmlns:a16="http://schemas.microsoft.com/office/drawing/2014/main" id="{EE2BD3B2-4ADD-3E9C-500F-A8690CFC059A}"/>
              </a:ext>
            </a:extLst>
          </p:cNvPr>
          <p:cNvSpPr txBox="1"/>
          <p:nvPr/>
        </p:nvSpPr>
        <p:spPr>
          <a:xfrm flipH="1">
            <a:off x="8193723" y="3660295"/>
            <a:ext cx="214258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View Reviews</a:t>
            </a:r>
            <a:endParaRPr lang="en-IN" dirty="0">
              <a:latin typeface="Times New Roman" panose="02020603050405020304" pitchFamily="18" charset="0"/>
              <a:cs typeface="Times New Roman" panose="02020603050405020304" pitchFamily="18" charset="0"/>
            </a:endParaRPr>
          </a:p>
        </p:txBody>
      </p:sp>
      <p:sp>
        <p:nvSpPr>
          <p:cNvPr id="167" name="TextBox 166">
            <a:extLst>
              <a:ext uri="{FF2B5EF4-FFF2-40B4-BE49-F238E27FC236}">
                <a16:creationId xmlns:a16="http://schemas.microsoft.com/office/drawing/2014/main" id="{2B0A1147-1D49-32A9-9FC4-4B466791D98D}"/>
              </a:ext>
            </a:extLst>
          </p:cNvPr>
          <p:cNvSpPr txBox="1"/>
          <p:nvPr/>
        </p:nvSpPr>
        <p:spPr>
          <a:xfrm>
            <a:off x="8301304" y="1042611"/>
            <a:ext cx="1237946"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Login</a:t>
            </a:r>
            <a:endParaRPr lang="en-IN" dirty="0">
              <a:latin typeface="Times New Roman" panose="02020603050405020304" pitchFamily="18" charset="0"/>
              <a:cs typeface="Times New Roman" panose="02020603050405020304" pitchFamily="18" charset="0"/>
            </a:endParaRPr>
          </a:p>
        </p:txBody>
      </p:sp>
      <p:sp>
        <p:nvSpPr>
          <p:cNvPr id="168" name="TextBox 167">
            <a:extLst>
              <a:ext uri="{FF2B5EF4-FFF2-40B4-BE49-F238E27FC236}">
                <a16:creationId xmlns:a16="http://schemas.microsoft.com/office/drawing/2014/main" id="{F9FC2B5D-9F6B-9C2A-C2A7-BE1D6464A086}"/>
              </a:ext>
            </a:extLst>
          </p:cNvPr>
          <p:cNvSpPr txBox="1"/>
          <p:nvPr/>
        </p:nvSpPr>
        <p:spPr>
          <a:xfrm flipH="1">
            <a:off x="8238550" y="2487685"/>
            <a:ext cx="2142580"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View Users</a:t>
            </a:r>
            <a:endParaRPr lang="en-IN" dirty="0">
              <a:latin typeface="Times New Roman" panose="02020603050405020304" pitchFamily="18" charset="0"/>
              <a:cs typeface="Times New Roman" panose="02020603050405020304" pitchFamily="18" charset="0"/>
            </a:endParaRPr>
          </a:p>
        </p:txBody>
      </p:sp>
      <p:cxnSp>
        <p:nvCxnSpPr>
          <p:cNvPr id="14" name="Straight Arrow Connector 13">
            <a:extLst>
              <a:ext uri="{FF2B5EF4-FFF2-40B4-BE49-F238E27FC236}">
                <a16:creationId xmlns:a16="http://schemas.microsoft.com/office/drawing/2014/main" id="{FA8BACE6-25ED-5DF9-5E52-FDB45A0CEF66}"/>
              </a:ext>
            </a:extLst>
          </p:cNvPr>
          <p:cNvCxnSpPr>
            <a:cxnSpLocks/>
          </p:cNvCxnSpPr>
          <p:nvPr/>
        </p:nvCxnSpPr>
        <p:spPr>
          <a:xfrm>
            <a:off x="12120282" y="6325763"/>
            <a:ext cx="0"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25" name="Straight Connector 24">
            <a:extLst>
              <a:ext uri="{FF2B5EF4-FFF2-40B4-BE49-F238E27FC236}">
                <a16:creationId xmlns:a16="http://schemas.microsoft.com/office/drawing/2014/main" id="{1E2510E0-9290-F581-EB76-0A65D5DB48F1}"/>
              </a:ext>
            </a:extLst>
          </p:cNvPr>
          <p:cNvCxnSpPr/>
          <p:nvPr/>
        </p:nvCxnSpPr>
        <p:spPr>
          <a:xfrm>
            <a:off x="1739153" y="1042611"/>
            <a:ext cx="8965" cy="15224"/>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6792662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2875201" y="366786"/>
            <a:ext cx="3950319" cy="528034"/>
          </a:xfrm>
        </p:spPr>
        <p:txBody>
          <a:bodyPr>
            <a:noAutofit/>
          </a:bodyPr>
          <a:lstStyle/>
          <a:p>
            <a:pPr algn="ctr"/>
            <a:r>
              <a:rPr lang="en-US" sz="3400" b="1" dirty="0">
                <a:solidFill>
                  <a:srgbClr val="FF0000"/>
                </a:solidFill>
                <a:latin typeface="Times New Roman" panose="02020603050405020304" pitchFamily="18" charset="0"/>
                <a:cs typeface="Times New Roman" panose="02020603050405020304" pitchFamily="18" charset="0"/>
              </a:rPr>
              <a:t>Sequence Diagram</a:t>
            </a:r>
          </a:p>
        </p:txBody>
      </p:sp>
      <p:sp>
        <p:nvSpPr>
          <p:cNvPr id="5" name="Content Placeholder 2"/>
          <p:cNvSpPr>
            <a:spLocks noGrp="1"/>
          </p:cNvSpPr>
          <p:nvPr>
            <p:ph idx="1"/>
          </p:nvPr>
        </p:nvSpPr>
        <p:spPr>
          <a:xfrm>
            <a:off x="538529" y="1873371"/>
            <a:ext cx="9855151" cy="3509493"/>
          </a:xfrm>
        </p:spPr>
        <p:txBody>
          <a:bodyPr>
            <a:normAutofit/>
          </a:bodyPr>
          <a:lstStyle/>
          <a:p>
            <a:pPr algn="just">
              <a:lnSpc>
                <a:spcPct val="150000"/>
              </a:lnSpc>
              <a:buFont typeface="Wingdings" panose="05000000000000000000" pitchFamily="2" charset="2"/>
              <a:buChar char="Ø"/>
            </a:pPr>
            <a:r>
              <a:rPr lang="en-US" sz="2400" dirty="0">
                <a:latin typeface="Times New Roman" pitchFamily="18" charset="0"/>
                <a:cs typeface="Times New Roman" pitchFamily="18" charset="0"/>
              </a:rPr>
              <a:t>A sequence diagram in Unified Modeling Language (UML) is a kind of interaction diagram that shows how processes operate with one another and in what order. </a:t>
            </a:r>
          </a:p>
          <a:p>
            <a:pPr algn="just">
              <a:lnSpc>
                <a:spcPct val="150000"/>
              </a:lnSpc>
              <a:buFont typeface="Wingdings" panose="05000000000000000000" pitchFamily="2" charset="2"/>
              <a:buChar char="Ø"/>
            </a:pPr>
            <a:r>
              <a:rPr lang="en-US" sz="2400" dirty="0">
                <a:latin typeface="Times New Roman" pitchFamily="18" charset="0"/>
                <a:cs typeface="Times New Roman" pitchFamily="18" charset="0"/>
              </a:rPr>
              <a:t>It is a construct of a Message Sequence Chart. Sequence diagrams are sometimes called event diagrams, event scenarios, and timing diagrams.</a:t>
            </a:r>
          </a:p>
        </p:txBody>
      </p:sp>
    </p:spTree>
    <p:extLst>
      <p:ext uri="{BB962C8B-B14F-4D97-AF65-F5344CB8AC3E}">
        <p14:creationId xmlns:p14="http://schemas.microsoft.com/office/powerpoint/2010/main" val="28994785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08E02B8-8A45-4917-A204-4284D44F818E}"/>
              </a:ext>
            </a:extLst>
          </p:cNvPr>
          <p:cNvSpPr/>
          <p:nvPr/>
        </p:nvSpPr>
        <p:spPr>
          <a:xfrm>
            <a:off x="851648" y="439271"/>
            <a:ext cx="1730187" cy="47512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4" name="Rectangle 3">
            <a:extLst>
              <a:ext uri="{FF2B5EF4-FFF2-40B4-BE49-F238E27FC236}">
                <a16:creationId xmlns:a16="http://schemas.microsoft.com/office/drawing/2014/main" id="{925C72E8-E8AF-7794-41AA-44B9C267F4E4}"/>
              </a:ext>
            </a:extLst>
          </p:cNvPr>
          <p:cNvSpPr/>
          <p:nvPr/>
        </p:nvSpPr>
        <p:spPr>
          <a:xfrm>
            <a:off x="5091953" y="439271"/>
            <a:ext cx="1730187" cy="47512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5" name="Rectangle 4">
            <a:extLst>
              <a:ext uri="{FF2B5EF4-FFF2-40B4-BE49-F238E27FC236}">
                <a16:creationId xmlns:a16="http://schemas.microsoft.com/office/drawing/2014/main" id="{C60BDFC1-D94A-4961-F6C3-8AC23BA5F59C}"/>
              </a:ext>
            </a:extLst>
          </p:cNvPr>
          <p:cNvSpPr/>
          <p:nvPr/>
        </p:nvSpPr>
        <p:spPr>
          <a:xfrm>
            <a:off x="7252447" y="439270"/>
            <a:ext cx="1730188" cy="47513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 name="TextBox 5">
            <a:extLst>
              <a:ext uri="{FF2B5EF4-FFF2-40B4-BE49-F238E27FC236}">
                <a16:creationId xmlns:a16="http://schemas.microsoft.com/office/drawing/2014/main" id="{3B81FDD2-8C57-4653-C708-720736C4F278}"/>
              </a:ext>
            </a:extLst>
          </p:cNvPr>
          <p:cNvSpPr txBox="1"/>
          <p:nvPr/>
        </p:nvSpPr>
        <p:spPr>
          <a:xfrm flipH="1">
            <a:off x="5285140" y="492169"/>
            <a:ext cx="1343812" cy="369332"/>
          </a:xfrm>
          <a:prstGeom prst="rect">
            <a:avLst/>
          </a:prstGeom>
          <a:noFill/>
        </p:spPr>
        <p:txBody>
          <a:bodyPr wrap="square" rtlCol="0">
            <a:spAutoFit/>
          </a:bodyPr>
          <a:lstStyle/>
          <a:p>
            <a:pPr algn="ctr"/>
            <a:r>
              <a:rPr lang="en-US" u="sng" dirty="0">
                <a:latin typeface="Times New Roman" panose="02020603050405020304" pitchFamily="18" charset="0"/>
                <a:cs typeface="Times New Roman" panose="02020603050405020304" pitchFamily="18" charset="0"/>
              </a:rPr>
              <a:t>System</a:t>
            </a:r>
            <a:endParaRPr lang="en-IN" u="sng"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060EF3F1-3DCB-3E57-4BF2-129B66AA9225}"/>
              </a:ext>
            </a:extLst>
          </p:cNvPr>
          <p:cNvSpPr txBox="1"/>
          <p:nvPr/>
        </p:nvSpPr>
        <p:spPr>
          <a:xfrm flipH="1">
            <a:off x="7458635" y="492169"/>
            <a:ext cx="1183342" cy="369332"/>
          </a:xfrm>
          <a:prstGeom prst="rect">
            <a:avLst/>
          </a:prstGeom>
          <a:noFill/>
        </p:spPr>
        <p:txBody>
          <a:bodyPr wrap="square" rtlCol="0">
            <a:spAutoFit/>
          </a:bodyPr>
          <a:lstStyle/>
          <a:p>
            <a:pPr algn="ctr"/>
            <a:r>
              <a:rPr lang="en-US" u="sng" dirty="0">
                <a:latin typeface="Times New Roman" panose="02020603050405020304" pitchFamily="18" charset="0"/>
                <a:cs typeface="Times New Roman" panose="02020603050405020304" pitchFamily="18" charset="0"/>
              </a:rPr>
              <a:t>Admin</a:t>
            </a:r>
            <a:endParaRPr lang="en-IN" u="sng"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94E29C37-5F6B-8C9A-AABD-CFF22DAF94F3}"/>
              </a:ext>
            </a:extLst>
          </p:cNvPr>
          <p:cNvSpPr txBox="1"/>
          <p:nvPr/>
        </p:nvSpPr>
        <p:spPr>
          <a:xfrm flipH="1">
            <a:off x="1189613" y="492169"/>
            <a:ext cx="1173481" cy="369332"/>
          </a:xfrm>
          <a:prstGeom prst="rect">
            <a:avLst/>
          </a:prstGeom>
          <a:noFill/>
        </p:spPr>
        <p:txBody>
          <a:bodyPr wrap="square" rtlCol="0">
            <a:spAutoFit/>
          </a:bodyPr>
          <a:lstStyle/>
          <a:p>
            <a:pPr algn="ctr"/>
            <a:r>
              <a:rPr lang="en-US" u="sng" dirty="0">
                <a:latin typeface="Times New Roman" panose="02020603050405020304" pitchFamily="18" charset="0"/>
                <a:cs typeface="Times New Roman" panose="02020603050405020304" pitchFamily="18" charset="0"/>
              </a:rPr>
              <a:t>User</a:t>
            </a:r>
            <a:endParaRPr lang="en-IN" u="sng"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B143DEAA-AAE8-4667-C945-DC2CE4E581A9}"/>
              </a:ext>
            </a:extLst>
          </p:cNvPr>
          <p:cNvSpPr txBox="1"/>
          <p:nvPr/>
        </p:nvSpPr>
        <p:spPr>
          <a:xfrm>
            <a:off x="5889812" y="1075766"/>
            <a:ext cx="173018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Preprocessing</a:t>
            </a:r>
            <a:endParaRPr lang="en-IN" sz="1600" dirty="0">
              <a:latin typeface="Times New Roman" panose="02020603050405020304" pitchFamily="18" charset="0"/>
              <a:cs typeface="Times New Roman" panose="02020603050405020304" pitchFamily="18" charset="0"/>
            </a:endParaRPr>
          </a:p>
        </p:txBody>
      </p:sp>
      <p:sp>
        <p:nvSpPr>
          <p:cNvPr id="10" name="Rectangle 9">
            <a:extLst>
              <a:ext uri="{FF2B5EF4-FFF2-40B4-BE49-F238E27FC236}">
                <a16:creationId xmlns:a16="http://schemas.microsoft.com/office/drawing/2014/main" id="{1E7DC8D2-CE57-7EAC-1B4F-B4215D412DC3}"/>
              </a:ext>
            </a:extLst>
          </p:cNvPr>
          <p:cNvSpPr/>
          <p:nvPr/>
        </p:nvSpPr>
        <p:spPr>
          <a:xfrm>
            <a:off x="5957046" y="1479176"/>
            <a:ext cx="138954" cy="33855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1" name="Rectangle 10">
            <a:extLst>
              <a:ext uri="{FF2B5EF4-FFF2-40B4-BE49-F238E27FC236}">
                <a16:creationId xmlns:a16="http://schemas.microsoft.com/office/drawing/2014/main" id="{232792BB-3CB6-2BDD-E13B-C9F5610833C2}"/>
              </a:ext>
            </a:extLst>
          </p:cNvPr>
          <p:cNvSpPr/>
          <p:nvPr/>
        </p:nvSpPr>
        <p:spPr>
          <a:xfrm flipH="1" flipV="1">
            <a:off x="5957045" y="1479176"/>
            <a:ext cx="138953" cy="33855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2" name="TextBox 11">
            <a:extLst>
              <a:ext uri="{FF2B5EF4-FFF2-40B4-BE49-F238E27FC236}">
                <a16:creationId xmlns:a16="http://schemas.microsoft.com/office/drawing/2014/main" id="{727E1E42-2A30-A776-8A28-158F36A9847F}"/>
              </a:ext>
            </a:extLst>
          </p:cNvPr>
          <p:cNvSpPr txBox="1"/>
          <p:nvPr/>
        </p:nvSpPr>
        <p:spPr>
          <a:xfrm flipH="1">
            <a:off x="5975869" y="1831993"/>
            <a:ext cx="1455871" cy="338554"/>
          </a:xfrm>
          <a:prstGeom prst="rect">
            <a:avLst/>
          </a:prstGeom>
          <a:ln>
            <a:solidFill>
              <a:schemeClr val="bg1"/>
            </a:solidFill>
          </a:ln>
        </p:spPr>
        <p:style>
          <a:lnRef idx="2">
            <a:schemeClr val="accent3"/>
          </a:lnRef>
          <a:fillRef idx="1">
            <a:schemeClr val="lt1"/>
          </a:fillRef>
          <a:effectRef idx="0">
            <a:schemeClr val="accent3"/>
          </a:effectRef>
          <a:fontRef idx="minor">
            <a:schemeClr val="dk1"/>
          </a:fontRef>
        </p:style>
        <p:txBody>
          <a:bodyPr wrap="square" rtlCol="0">
            <a:spAutoFit/>
          </a:bodyPr>
          <a:lstStyle/>
          <a:p>
            <a:r>
              <a:rPr lang="en-US" sz="1600" dirty="0">
                <a:latin typeface="Times New Roman" panose="02020603050405020304" pitchFamily="18" charset="0"/>
                <a:cs typeface="Times New Roman" panose="02020603050405020304" pitchFamily="18" charset="0"/>
              </a:rPr>
              <a:t>Evaluation</a:t>
            </a:r>
            <a:endParaRPr lang="en-IN" sz="1600" dirty="0">
              <a:latin typeface="Times New Roman" panose="02020603050405020304" pitchFamily="18" charset="0"/>
              <a:cs typeface="Times New Roman" panose="02020603050405020304" pitchFamily="18" charset="0"/>
            </a:endParaRPr>
          </a:p>
        </p:txBody>
      </p:sp>
      <p:sp>
        <p:nvSpPr>
          <p:cNvPr id="13" name="Rectangle 12">
            <a:extLst>
              <a:ext uri="{FF2B5EF4-FFF2-40B4-BE49-F238E27FC236}">
                <a16:creationId xmlns:a16="http://schemas.microsoft.com/office/drawing/2014/main" id="{F9220975-C095-0CF7-3751-851A1553B6CE}"/>
              </a:ext>
            </a:extLst>
          </p:cNvPr>
          <p:cNvSpPr/>
          <p:nvPr/>
        </p:nvSpPr>
        <p:spPr>
          <a:xfrm flipH="1">
            <a:off x="5957046" y="2088777"/>
            <a:ext cx="138952" cy="4572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4" name="Rectangle 13">
            <a:extLst>
              <a:ext uri="{FF2B5EF4-FFF2-40B4-BE49-F238E27FC236}">
                <a16:creationId xmlns:a16="http://schemas.microsoft.com/office/drawing/2014/main" id="{139374D4-8811-B158-F7AA-701A58F6FFA4}"/>
              </a:ext>
            </a:extLst>
          </p:cNvPr>
          <p:cNvSpPr/>
          <p:nvPr/>
        </p:nvSpPr>
        <p:spPr>
          <a:xfrm flipV="1">
            <a:off x="5957046" y="2895599"/>
            <a:ext cx="138952" cy="16136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6" name="TextBox 15">
            <a:extLst>
              <a:ext uri="{FF2B5EF4-FFF2-40B4-BE49-F238E27FC236}">
                <a16:creationId xmlns:a16="http://schemas.microsoft.com/office/drawing/2014/main" id="{C108C080-4580-021F-6121-372BEEF2AA2A}"/>
              </a:ext>
            </a:extLst>
          </p:cNvPr>
          <p:cNvSpPr txBox="1"/>
          <p:nvPr/>
        </p:nvSpPr>
        <p:spPr>
          <a:xfrm>
            <a:off x="6822140" y="2637728"/>
            <a:ext cx="1002256"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Login</a:t>
            </a:r>
            <a:endParaRPr lang="en-IN" sz="1600" dirty="0">
              <a:latin typeface="Times New Roman" panose="02020603050405020304" pitchFamily="18" charset="0"/>
              <a:cs typeface="Times New Roman" panose="02020603050405020304" pitchFamily="18" charset="0"/>
            </a:endParaRPr>
          </a:p>
        </p:txBody>
      </p:sp>
      <p:cxnSp>
        <p:nvCxnSpPr>
          <p:cNvPr id="18" name="Straight Arrow Connector 17">
            <a:extLst>
              <a:ext uri="{FF2B5EF4-FFF2-40B4-BE49-F238E27FC236}">
                <a16:creationId xmlns:a16="http://schemas.microsoft.com/office/drawing/2014/main" id="{45DE78EC-3176-166B-5AA9-D1FE4CCC6E07}"/>
              </a:ext>
            </a:extLst>
          </p:cNvPr>
          <p:cNvCxnSpPr>
            <a:cxnSpLocks/>
          </p:cNvCxnSpPr>
          <p:nvPr/>
        </p:nvCxnSpPr>
        <p:spPr>
          <a:xfrm flipH="1">
            <a:off x="6095998" y="2895599"/>
            <a:ext cx="1954308"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24" name="Rectangle 23">
            <a:extLst>
              <a:ext uri="{FF2B5EF4-FFF2-40B4-BE49-F238E27FC236}">
                <a16:creationId xmlns:a16="http://schemas.microsoft.com/office/drawing/2014/main" id="{6B845303-355E-84AC-9D65-0184D35E2419}"/>
              </a:ext>
            </a:extLst>
          </p:cNvPr>
          <p:cNvSpPr/>
          <p:nvPr/>
        </p:nvSpPr>
        <p:spPr>
          <a:xfrm>
            <a:off x="7978589" y="2895599"/>
            <a:ext cx="138952" cy="475129"/>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5" name="Rectangle 24">
            <a:extLst>
              <a:ext uri="{FF2B5EF4-FFF2-40B4-BE49-F238E27FC236}">
                <a16:creationId xmlns:a16="http://schemas.microsoft.com/office/drawing/2014/main" id="{843C7784-B2B9-7AC6-7CC2-4842663159C6}"/>
              </a:ext>
            </a:extLst>
          </p:cNvPr>
          <p:cNvSpPr/>
          <p:nvPr/>
        </p:nvSpPr>
        <p:spPr>
          <a:xfrm>
            <a:off x="1766047" y="3056965"/>
            <a:ext cx="147007" cy="34877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cxnSp>
        <p:nvCxnSpPr>
          <p:cNvPr id="27" name="Straight Arrow Connector 26">
            <a:extLst>
              <a:ext uri="{FF2B5EF4-FFF2-40B4-BE49-F238E27FC236}">
                <a16:creationId xmlns:a16="http://schemas.microsoft.com/office/drawing/2014/main" id="{803766C2-6E37-B855-5128-FB74D203F02D}"/>
              </a:ext>
            </a:extLst>
          </p:cNvPr>
          <p:cNvCxnSpPr>
            <a:cxnSpLocks/>
          </p:cNvCxnSpPr>
          <p:nvPr/>
        </p:nvCxnSpPr>
        <p:spPr>
          <a:xfrm>
            <a:off x="1904999" y="3056965"/>
            <a:ext cx="4036806" cy="17928"/>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31" name="TextBox 30">
            <a:extLst>
              <a:ext uri="{FF2B5EF4-FFF2-40B4-BE49-F238E27FC236}">
                <a16:creationId xmlns:a16="http://schemas.microsoft.com/office/drawing/2014/main" id="{6EF737D3-01D7-88A2-245C-95C69B975C07}"/>
              </a:ext>
            </a:extLst>
          </p:cNvPr>
          <p:cNvSpPr txBox="1"/>
          <p:nvPr/>
        </p:nvSpPr>
        <p:spPr>
          <a:xfrm flipH="1">
            <a:off x="3073766" y="2688774"/>
            <a:ext cx="3061445"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Registration</a:t>
            </a:r>
            <a:endParaRPr lang="en-IN" sz="1600" dirty="0">
              <a:latin typeface="Times New Roman" panose="02020603050405020304" pitchFamily="18" charset="0"/>
              <a:cs typeface="Times New Roman" panose="02020603050405020304" pitchFamily="18" charset="0"/>
            </a:endParaRPr>
          </a:p>
        </p:txBody>
      </p:sp>
      <p:sp>
        <p:nvSpPr>
          <p:cNvPr id="32" name="Rectangle 31">
            <a:extLst>
              <a:ext uri="{FF2B5EF4-FFF2-40B4-BE49-F238E27FC236}">
                <a16:creationId xmlns:a16="http://schemas.microsoft.com/office/drawing/2014/main" id="{84BD455F-CE24-5A28-C4FB-3F0313953D54}"/>
              </a:ext>
            </a:extLst>
          </p:cNvPr>
          <p:cNvSpPr/>
          <p:nvPr/>
        </p:nvSpPr>
        <p:spPr>
          <a:xfrm flipH="1">
            <a:off x="1766044" y="3575464"/>
            <a:ext cx="147007" cy="13036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33" name="Rectangle 32">
            <a:extLst>
              <a:ext uri="{FF2B5EF4-FFF2-40B4-BE49-F238E27FC236}">
                <a16:creationId xmlns:a16="http://schemas.microsoft.com/office/drawing/2014/main" id="{48268A2C-BF85-2A36-1D39-6756BDEAC0DF}"/>
              </a:ext>
            </a:extLst>
          </p:cNvPr>
          <p:cNvSpPr/>
          <p:nvPr/>
        </p:nvSpPr>
        <p:spPr>
          <a:xfrm flipV="1">
            <a:off x="5951224" y="3576192"/>
            <a:ext cx="147009" cy="2512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Rectangle 33">
            <a:extLst>
              <a:ext uri="{FF2B5EF4-FFF2-40B4-BE49-F238E27FC236}">
                <a16:creationId xmlns:a16="http://schemas.microsoft.com/office/drawing/2014/main" id="{10C0391C-1229-A78A-1EA7-A387BCF88E49}"/>
              </a:ext>
            </a:extLst>
          </p:cNvPr>
          <p:cNvSpPr/>
          <p:nvPr/>
        </p:nvSpPr>
        <p:spPr>
          <a:xfrm flipV="1">
            <a:off x="5959284" y="3526519"/>
            <a:ext cx="138950" cy="30286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cxnSp>
        <p:nvCxnSpPr>
          <p:cNvPr id="36" name="Straight Arrow Connector 35">
            <a:extLst>
              <a:ext uri="{FF2B5EF4-FFF2-40B4-BE49-F238E27FC236}">
                <a16:creationId xmlns:a16="http://schemas.microsoft.com/office/drawing/2014/main" id="{1A65E5AF-8863-619B-256E-EC8910836A5B}"/>
              </a:ext>
            </a:extLst>
          </p:cNvPr>
          <p:cNvCxnSpPr>
            <a:cxnSpLocks/>
          </p:cNvCxnSpPr>
          <p:nvPr/>
        </p:nvCxnSpPr>
        <p:spPr>
          <a:xfrm flipV="1">
            <a:off x="2581835" y="3556884"/>
            <a:ext cx="3307977" cy="18579"/>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B1CEF61D-2CB6-A8D8-680A-76FFD4373DE7}"/>
              </a:ext>
            </a:extLst>
          </p:cNvPr>
          <p:cNvCxnSpPr>
            <a:cxnSpLocks/>
          </p:cNvCxnSpPr>
          <p:nvPr/>
        </p:nvCxnSpPr>
        <p:spPr>
          <a:xfrm flipV="1">
            <a:off x="1974467" y="3556884"/>
            <a:ext cx="3900987" cy="18579"/>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58" name="TextBox 57">
            <a:extLst>
              <a:ext uri="{FF2B5EF4-FFF2-40B4-BE49-F238E27FC236}">
                <a16:creationId xmlns:a16="http://schemas.microsoft.com/office/drawing/2014/main" id="{AE2060A8-1278-77D3-E5AE-4392F000082B}"/>
              </a:ext>
            </a:extLst>
          </p:cNvPr>
          <p:cNvSpPr txBox="1"/>
          <p:nvPr/>
        </p:nvSpPr>
        <p:spPr>
          <a:xfrm flipH="1">
            <a:off x="3034553" y="3152021"/>
            <a:ext cx="112908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Login</a:t>
            </a:r>
            <a:endParaRPr lang="en-IN" sz="1600" dirty="0">
              <a:latin typeface="Times New Roman" panose="02020603050405020304" pitchFamily="18" charset="0"/>
              <a:cs typeface="Times New Roman" panose="02020603050405020304" pitchFamily="18" charset="0"/>
            </a:endParaRPr>
          </a:p>
        </p:txBody>
      </p:sp>
      <p:sp>
        <p:nvSpPr>
          <p:cNvPr id="59" name="TextBox 58">
            <a:extLst>
              <a:ext uri="{FF2B5EF4-FFF2-40B4-BE49-F238E27FC236}">
                <a16:creationId xmlns:a16="http://schemas.microsoft.com/office/drawing/2014/main" id="{D11145F0-57A6-C7C1-BCB9-97B88B36AE2B}"/>
              </a:ext>
            </a:extLst>
          </p:cNvPr>
          <p:cNvSpPr txBox="1"/>
          <p:nvPr/>
        </p:nvSpPr>
        <p:spPr>
          <a:xfrm flipH="1">
            <a:off x="2930994" y="3609566"/>
            <a:ext cx="2465294"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Enter Movie Name</a:t>
            </a:r>
            <a:endParaRPr lang="en-IN" sz="1600" dirty="0">
              <a:latin typeface="Times New Roman" panose="02020603050405020304" pitchFamily="18" charset="0"/>
              <a:cs typeface="Times New Roman" panose="02020603050405020304" pitchFamily="18" charset="0"/>
            </a:endParaRPr>
          </a:p>
        </p:txBody>
      </p:sp>
      <p:sp>
        <p:nvSpPr>
          <p:cNvPr id="60" name="TextBox 59">
            <a:extLst>
              <a:ext uri="{FF2B5EF4-FFF2-40B4-BE49-F238E27FC236}">
                <a16:creationId xmlns:a16="http://schemas.microsoft.com/office/drawing/2014/main" id="{124735E1-6CE9-9C04-D9BD-8D712B065744}"/>
              </a:ext>
            </a:extLst>
          </p:cNvPr>
          <p:cNvSpPr txBox="1"/>
          <p:nvPr/>
        </p:nvSpPr>
        <p:spPr>
          <a:xfrm flipH="1">
            <a:off x="2930977" y="3931294"/>
            <a:ext cx="275664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View Recommendations</a:t>
            </a:r>
            <a:endParaRPr lang="en-IN" sz="1600" dirty="0">
              <a:latin typeface="Times New Roman" panose="02020603050405020304" pitchFamily="18" charset="0"/>
              <a:cs typeface="Times New Roman" panose="02020603050405020304" pitchFamily="18" charset="0"/>
            </a:endParaRPr>
          </a:p>
        </p:txBody>
      </p:sp>
      <p:sp>
        <p:nvSpPr>
          <p:cNvPr id="61" name="TextBox 60">
            <a:extLst>
              <a:ext uri="{FF2B5EF4-FFF2-40B4-BE49-F238E27FC236}">
                <a16:creationId xmlns:a16="http://schemas.microsoft.com/office/drawing/2014/main" id="{7B51EBCC-7C4F-412E-82CA-D37ABB759809}"/>
              </a:ext>
            </a:extLst>
          </p:cNvPr>
          <p:cNvSpPr txBox="1"/>
          <p:nvPr/>
        </p:nvSpPr>
        <p:spPr>
          <a:xfrm flipH="1">
            <a:off x="3034553" y="4357899"/>
            <a:ext cx="3307977"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Enter Reviews</a:t>
            </a:r>
            <a:endParaRPr lang="en-IN" sz="1600" dirty="0">
              <a:latin typeface="Times New Roman" panose="02020603050405020304" pitchFamily="18" charset="0"/>
              <a:cs typeface="Times New Roman" panose="02020603050405020304" pitchFamily="18" charset="0"/>
            </a:endParaRPr>
          </a:p>
        </p:txBody>
      </p:sp>
      <p:sp>
        <p:nvSpPr>
          <p:cNvPr id="62" name="TextBox 61">
            <a:extLst>
              <a:ext uri="{FF2B5EF4-FFF2-40B4-BE49-F238E27FC236}">
                <a16:creationId xmlns:a16="http://schemas.microsoft.com/office/drawing/2014/main" id="{5B640E0F-906B-A836-0CAF-ED70EA44ACBA}"/>
              </a:ext>
            </a:extLst>
          </p:cNvPr>
          <p:cNvSpPr txBox="1"/>
          <p:nvPr/>
        </p:nvSpPr>
        <p:spPr>
          <a:xfrm flipH="1">
            <a:off x="3034536" y="4806825"/>
            <a:ext cx="175058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View History</a:t>
            </a:r>
            <a:endParaRPr lang="en-IN" sz="1600" dirty="0">
              <a:latin typeface="Times New Roman" panose="02020603050405020304" pitchFamily="18" charset="0"/>
              <a:cs typeface="Times New Roman" panose="02020603050405020304" pitchFamily="18" charset="0"/>
            </a:endParaRPr>
          </a:p>
        </p:txBody>
      </p:sp>
      <p:sp>
        <p:nvSpPr>
          <p:cNvPr id="63" name="TextBox 62">
            <a:extLst>
              <a:ext uri="{FF2B5EF4-FFF2-40B4-BE49-F238E27FC236}">
                <a16:creationId xmlns:a16="http://schemas.microsoft.com/office/drawing/2014/main" id="{7C44907C-6C2E-C462-F538-CFC79E8F481C}"/>
              </a:ext>
            </a:extLst>
          </p:cNvPr>
          <p:cNvSpPr txBox="1"/>
          <p:nvPr/>
        </p:nvSpPr>
        <p:spPr>
          <a:xfrm flipH="1">
            <a:off x="3034536" y="5268880"/>
            <a:ext cx="2329928"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View Reviews</a:t>
            </a:r>
            <a:endParaRPr lang="en-IN" sz="1600" dirty="0">
              <a:latin typeface="Times New Roman" panose="02020603050405020304" pitchFamily="18" charset="0"/>
              <a:cs typeface="Times New Roman" panose="02020603050405020304" pitchFamily="18" charset="0"/>
            </a:endParaRPr>
          </a:p>
        </p:txBody>
      </p:sp>
      <p:sp>
        <p:nvSpPr>
          <p:cNvPr id="64" name="TextBox 63">
            <a:extLst>
              <a:ext uri="{FF2B5EF4-FFF2-40B4-BE49-F238E27FC236}">
                <a16:creationId xmlns:a16="http://schemas.microsoft.com/office/drawing/2014/main" id="{5C6C1A17-D0E3-B36D-727E-B8BEC538EF67}"/>
              </a:ext>
            </a:extLst>
          </p:cNvPr>
          <p:cNvSpPr txBox="1"/>
          <p:nvPr/>
        </p:nvSpPr>
        <p:spPr>
          <a:xfrm flipH="1">
            <a:off x="3137630" y="5800283"/>
            <a:ext cx="212373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Log Out</a:t>
            </a:r>
            <a:endParaRPr lang="en-IN" sz="1600" dirty="0">
              <a:latin typeface="Times New Roman" panose="02020603050405020304" pitchFamily="18" charset="0"/>
              <a:cs typeface="Times New Roman" panose="02020603050405020304" pitchFamily="18" charset="0"/>
            </a:endParaRPr>
          </a:p>
        </p:txBody>
      </p:sp>
      <p:sp>
        <p:nvSpPr>
          <p:cNvPr id="65" name="Rectangle 64">
            <a:extLst>
              <a:ext uri="{FF2B5EF4-FFF2-40B4-BE49-F238E27FC236}">
                <a16:creationId xmlns:a16="http://schemas.microsoft.com/office/drawing/2014/main" id="{D7BFF6A3-4C99-0283-0503-E0A52C187691}"/>
              </a:ext>
            </a:extLst>
          </p:cNvPr>
          <p:cNvSpPr/>
          <p:nvPr/>
        </p:nvSpPr>
        <p:spPr>
          <a:xfrm>
            <a:off x="1766045" y="3875556"/>
            <a:ext cx="138954" cy="16882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6" name="Rectangle 65">
            <a:extLst>
              <a:ext uri="{FF2B5EF4-FFF2-40B4-BE49-F238E27FC236}">
                <a16:creationId xmlns:a16="http://schemas.microsoft.com/office/drawing/2014/main" id="{563766EE-E922-33D8-6D32-0209CFB184FE}"/>
              </a:ext>
            </a:extLst>
          </p:cNvPr>
          <p:cNvSpPr/>
          <p:nvPr/>
        </p:nvSpPr>
        <p:spPr>
          <a:xfrm>
            <a:off x="1766045" y="4214109"/>
            <a:ext cx="147006" cy="29919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7" name="Rectangle 66">
            <a:extLst>
              <a:ext uri="{FF2B5EF4-FFF2-40B4-BE49-F238E27FC236}">
                <a16:creationId xmlns:a16="http://schemas.microsoft.com/office/drawing/2014/main" id="{C70C7C5E-3F3F-90A8-27BB-2A377AF6226B}"/>
              </a:ext>
            </a:extLst>
          </p:cNvPr>
          <p:cNvSpPr/>
          <p:nvPr/>
        </p:nvSpPr>
        <p:spPr>
          <a:xfrm flipV="1">
            <a:off x="1766044" y="4683026"/>
            <a:ext cx="147006" cy="29919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8" name="Rectangle 67">
            <a:extLst>
              <a:ext uri="{FF2B5EF4-FFF2-40B4-BE49-F238E27FC236}">
                <a16:creationId xmlns:a16="http://schemas.microsoft.com/office/drawing/2014/main" id="{CAAF7827-9DBD-F689-E3B2-910AD418DBEA}"/>
              </a:ext>
            </a:extLst>
          </p:cNvPr>
          <p:cNvSpPr/>
          <p:nvPr/>
        </p:nvSpPr>
        <p:spPr>
          <a:xfrm>
            <a:off x="1766044" y="5151943"/>
            <a:ext cx="147006" cy="29919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69" name="Rectangle 68">
            <a:extLst>
              <a:ext uri="{FF2B5EF4-FFF2-40B4-BE49-F238E27FC236}">
                <a16:creationId xmlns:a16="http://schemas.microsoft.com/office/drawing/2014/main" id="{0B6412C5-C216-1869-FC54-6AB24EA97A94}"/>
              </a:ext>
            </a:extLst>
          </p:cNvPr>
          <p:cNvSpPr/>
          <p:nvPr/>
        </p:nvSpPr>
        <p:spPr>
          <a:xfrm>
            <a:off x="1766044" y="5620861"/>
            <a:ext cx="143437" cy="29584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70" name="Rectangle 69">
            <a:extLst>
              <a:ext uri="{FF2B5EF4-FFF2-40B4-BE49-F238E27FC236}">
                <a16:creationId xmlns:a16="http://schemas.microsoft.com/office/drawing/2014/main" id="{6D0B20F0-0408-CD5B-D1B8-CF60C9EBB198}"/>
              </a:ext>
            </a:extLst>
          </p:cNvPr>
          <p:cNvSpPr/>
          <p:nvPr/>
        </p:nvSpPr>
        <p:spPr>
          <a:xfrm flipH="1" flipV="1">
            <a:off x="1766044" y="6093124"/>
            <a:ext cx="147005" cy="29584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cxnSp>
        <p:nvCxnSpPr>
          <p:cNvPr id="72" name="Straight Arrow Connector 71">
            <a:extLst>
              <a:ext uri="{FF2B5EF4-FFF2-40B4-BE49-F238E27FC236}">
                <a16:creationId xmlns:a16="http://schemas.microsoft.com/office/drawing/2014/main" id="{336A5110-784A-6C7F-00EE-56830E05DADF}"/>
              </a:ext>
            </a:extLst>
          </p:cNvPr>
          <p:cNvCxnSpPr>
            <a:cxnSpLocks/>
          </p:cNvCxnSpPr>
          <p:nvPr/>
        </p:nvCxnSpPr>
        <p:spPr>
          <a:xfrm>
            <a:off x="1960109" y="3869406"/>
            <a:ext cx="3915345" cy="39801"/>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77" name="Straight Arrow Connector 76">
            <a:extLst>
              <a:ext uri="{FF2B5EF4-FFF2-40B4-BE49-F238E27FC236}">
                <a16:creationId xmlns:a16="http://schemas.microsoft.com/office/drawing/2014/main" id="{C1DBE1B6-3AF7-FD6F-3506-B389C24072CC}"/>
              </a:ext>
            </a:extLst>
          </p:cNvPr>
          <p:cNvCxnSpPr>
            <a:cxnSpLocks/>
          </p:cNvCxnSpPr>
          <p:nvPr/>
        </p:nvCxnSpPr>
        <p:spPr>
          <a:xfrm>
            <a:off x="1974467" y="4214109"/>
            <a:ext cx="3915345" cy="33652"/>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84" name="Straight Arrow Connector 83">
            <a:extLst>
              <a:ext uri="{FF2B5EF4-FFF2-40B4-BE49-F238E27FC236}">
                <a16:creationId xmlns:a16="http://schemas.microsoft.com/office/drawing/2014/main" id="{A48F2940-7C38-4FD8-F5F8-5FBE949663D2}"/>
              </a:ext>
            </a:extLst>
          </p:cNvPr>
          <p:cNvCxnSpPr>
            <a:cxnSpLocks/>
          </p:cNvCxnSpPr>
          <p:nvPr/>
        </p:nvCxnSpPr>
        <p:spPr>
          <a:xfrm flipV="1">
            <a:off x="1974467" y="4643663"/>
            <a:ext cx="3915345" cy="17928"/>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87" name="Straight Arrow Connector 86">
            <a:extLst>
              <a:ext uri="{FF2B5EF4-FFF2-40B4-BE49-F238E27FC236}">
                <a16:creationId xmlns:a16="http://schemas.microsoft.com/office/drawing/2014/main" id="{D1B21214-0E7D-9A19-538B-8428E2534B44}"/>
              </a:ext>
            </a:extLst>
          </p:cNvPr>
          <p:cNvCxnSpPr>
            <a:cxnSpLocks/>
          </p:cNvCxnSpPr>
          <p:nvPr/>
        </p:nvCxnSpPr>
        <p:spPr>
          <a:xfrm>
            <a:off x="1974467" y="5151943"/>
            <a:ext cx="3900987"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90" name="Straight Arrow Connector 89">
            <a:extLst>
              <a:ext uri="{FF2B5EF4-FFF2-40B4-BE49-F238E27FC236}">
                <a16:creationId xmlns:a16="http://schemas.microsoft.com/office/drawing/2014/main" id="{517B71C6-8AE9-C4A6-7CA5-7958B2908D88}"/>
              </a:ext>
            </a:extLst>
          </p:cNvPr>
          <p:cNvCxnSpPr>
            <a:cxnSpLocks/>
          </p:cNvCxnSpPr>
          <p:nvPr/>
        </p:nvCxnSpPr>
        <p:spPr>
          <a:xfrm>
            <a:off x="1974467" y="5620861"/>
            <a:ext cx="3900987"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93" name="Straight Arrow Connector 92">
            <a:extLst>
              <a:ext uri="{FF2B5EF4-FFF2-40B4-BE49-F238E27FC236}">
                <a16:creationId xmlns:a16="http://schemas.microsoft.com/office/drawing/2014/main" id="{8C974DDD-B655-F040-A3FD-3EB5923093BC}"/>
              </a:ext>
            </a:extLst>
          </p:cNvPr>
          <p:cNvCxnSpPr>
            <a:cxnSpLocks/>
          </p:cNvCxnSpPr>
          <p:nvPr/>
        </p:nvCxnSpPr>
        <p:spPr>
          <a:xfrm>
            <a:off x="1974467" y="6093124"/>
            <a:ext cx="3915345" cy="74594"/>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99" name="Straight Connector 98">
            <a:extLst>
              <a:ext uri="{FF2B5EF4-FFF2-40B4-BE49-F238E27FC236}">
                <a16:creationId xmlns:a16="http://schemas.microsoft.com/office/drawing/2014/main" id="{FA732804-5938-CC37-14DA-D2489677C3BA}"/>
              </a:ext>
            </a:extLst>
          </p:cNvPr>
          <p:cNvCxnSpPr>
            <a:cxnSpLocks/>
          </p:cNvCxnSpPr>
          <p:nvPr/>
        </p:nvCxnSpPr>
        <p:spPr>
          <a:xfrm flipV="1">
            <a:off x="1835522" y="1065221"/>
            <a:ext cx="0" cy="261555"/>
          </a:xfrm>
          <a:prstGeom prst="line">
            <a:avLst/>
          </a:prstGeom>
        </p:spPr>
        <p:style>
          <a:lnRef idx="1">
            <a:schemeClr val="accent5"/>
          </a:lnRef>
          <a:fillRef idx="0">
            <a:schemeClr val="accent5"/>
          </a:fillRef>
          <a:effectRef idx="0">
            <a:schemeClr val="accent5"/>
          </a:effectRef>
          <a:fontRef idx="minor">
            <a:schemeClr val="tx1"/>
          </a:fontRef>
        </p:style>
      </p:cxnSp>
      <p:cxnSp>
        <p:nvCxnSpPr>
          <p:cNvPr id="104" name="Straight Connector 103">
            <a:extLst>
              <a:ext uri="{FF2B5EF4-FFF2-40B4-BE49-F238E27FC236}">
                <a16:creationId xmlns:a16="http://schemas.microsoft.com/office/drawing/2014/main" id="{BFFD2574-EAD8-9034-0692-40730C2C2EDB}"/>
              </a:ext>
            </a:extLst>
          </p:cNvPr>
          <p:cNvCxnSpPr>
            <a:cxnSpLocks/>
          </p:cNvCxnSpPr>
          <p:nvPr/>
        </p:nvCxnSpPr>
        <p:spPr>
          <a:xfrm>
            <a:off x="1835522" y="1479176"/>
            <a:ext cx="0" cy="242048"/>
          </a:xfrm>
          <a:prstGeom prst="line">
            <a:avLst/>
          </a:prstGeom>
        </p:spPr>
        <p:style>
          <a:lnRef idx="1">
            <a:schemeClr val="accent5"/>
          </a:lnRef>
          <a:fillRef idx="0">
            <a:schemeClr val="accent5"/>
          </a:fillRef>
          <a:effectRef idx="0">
            <a:schemeClr val="accent5"/>
          </a:effectRef>
          <a:fontRef idx="minor">
            <a:schemeClr val="tx1"/>
          </a:fontRef>
        </p:style>
      </p:cxnSp>
      <p:cxnSp>
        <p:nvCxnSpPr>
          <p:cNvPr id="108" name="Straight Connector 107">
            <a:extLst>
              <a:ext uri="{FF2B5EF4-FFF2-40B4-BE49-F238E27FC236}">
                <a16:creationId xmlns:a16="http://schemas.microsoft.com/office/drawing/2014/main" id="{4D800C54-E925-958B-12B6-57FE7AA1C161}"/>
              </a:ext>
            </a:extLst>
          </p:cNvPr>
          <p:cNvCxnSpPr>
            <a:stCxn id="32" idx="0"/>
            <a:endCxn id="25" idx="2"/>
          </p:cNvCxnSpPr>
          <p:nvPr/>
        </p:nvCxnSpPr>
        <p:spPr>
          <a:xfrm flipV="1">
            <a:off x="1839547" y="3405736"/>
            <a:ext cx="4" cy="169728"/>
          </a:xfrm>
          <a:prstGeom prst="line">
            <a:avLst/>
          </a:prstGeom>
        </p:spPr>
        <p:style>
          <a:lnRef idx="1">
            <a:schemeClr val="accent5"/>
          </a:lnRef>
          <a:fillRef idx="0">
            <a:schemeClr val="accent5"/>
          </a:fillRef>
          <a:effectRef idx="0">
            <a:schemeClr val="accent5"/>
          </a:effectRef>
          <a:fontRef idx="minor">
            <a:schemeClr val="tx1"/>
          </a:fontRef>
        </p:style>
      </p:cxnSp>
      <p:cxnSp>
        <p:nvCxnSpPr>
          <p:cNvPr id="110" name="Straight Connector 109">
            <a:extLst>
              <a:ext uri="{FF2B5EF4-FFF2-40B4-BE49-F238E27FC236}">
                <a16:creationId xmlns:a16="http://schemas.microsoft.com/office/drawing/2014/main" id="{69A5FEA0-4E74-89CB-BAB0-60617E0A9B18}"/>
              </a:ext>
            </a:extLst>
          </p:cNvPr>
          <p:cNvCxnSpPr>
            <a:cxnSpLocks/>
          </p:cNvCxnSpPr>
          <p:nvPr/>
        </p:nvCxnSpPr>
        <p:spPr>
          <a:xfrm>
            <a:off x="1835522" y="1817730"/>
            <a:ext cx="0" cy="271047"/>
          </a:xfrm>
          <a:prstGeom prst="line">
            <a:avLst/>
          </a:prstGeom>
        </p:spPr>
        <p:style>
          <a:lnRef idx="1">
            <a:schemeClr val="accent5"/>
          </a:lnRef>
          <a:fillRef idx="0">
            <a:schemeClr val="accent5"/>
          </a:fillRef>
          <a:effectRef idx="0">
            <a:schemeClr val="accent5"/>
          </a:effectRef>
          <a:fontRef idx="minor">
            <a:schemeClr val="tx1"/>
          </a:fontRef>
        </p:style>
      </p:cxnSp>
      <p:cxnSp>
        <p:nvCxnSpPr>
          <p:cNvPr id="114" name="Straight Connector 113">
            <a:extLst>
              <a:ext uri="{FF2B5EF4-FFF2-40B4-BE49-F238E27FC236}">
                <a16:creationId xmlns:a16="http://schemas.microsoft.com/office/drawing/2014/main" id="{668F2B15-A08F-B27A-17D0-FB5E85AB4F89}"/>
              </a:ext>
            </a:extLst>
          </p:cNvPr>
          <p:cNvCxnSpPr>
            <a:cxnSpLocks/>
          </p:cNvCxnSpPr>
          <p:nvPr/>
        </p:nvCxnSpPr>
        <p:spPr>
          <a:xfrm flipV="1">
            <a:off x="1835522" y="2317377"/>
            <a:ext cx="0" cy="228600"/>
          </a:xfrm>
          <a:prstGeom prst="line">
            <a:avLst/>
          </a:prstGeom>
        </p:spPr>
        <p:style>
          <a:lnRef idx="1">
            <a:schemeClr val="accent5"/>
          </a:lnRef>
          <a:fillRef idx="0">
            <a:schemeClr val="accent5"/>
          </a:fillRef>
          <a:effectRef idx="0">
            <a:schemeClr val="accent5"/>
          </a:effectRef>
          <a:fontRef idx="minor">
            <a:schemeClr val="tx1"/>
          </a:fontRef>
        </p:style>
      </p:cxnSp>
      <p:cxnSp>
        <p:nvCxnSpPr>
          <p:cNvPr id="117" name="Straight Connector 116">
            <a:extLst>
              <a:ext uri="{FF2B5EF4-FFF2-40B4-BE49-F238E27FC236}">
                <a16:creationId xmlns:a16="http://schemas.microsoft.com/office/drawing/2014/main" id="{4D3A7AB9-C3A5-52AD-C2BF-F834E19B7A3B}"/>
              </a:ext>
            </a:extLst>
          </p:cNvPr>
          <p:cNvCxnSpPr>
            <a:cxnSpLocks/>
          </p:cNvCxnSpPr>
          <p:nvPr/>
        </p:nvCxnSpPr>
        <p:spPr>
          <a:xfrm flipV="1">
            <a:off x="1835522" y="2677140"/>
            <a:ext cx="0" cy="299142"/>
          </a:xfrm>
          <a:prstGeom prst="line">
            <a:avLst/>
          </a:prstGeom>
        </p:spPr>
        <p:style>
          <a:lnRef idx="1">
            <a:schemeClr val="accent5"/>
          </a:lnRef>
          <a:fillRef idx="0">
            <a:schemeClr val="accent5"/>
          </a:fillRef>
          <a:effectRef idx="0">
            <a:schemeClr val="accent5"/>
          </a:effectRef>
          <a:fontRef idx="minor">
            <a:schemeClr val="tx1"/>
          </a:fontRef>
        </p:style>
      </p:cxnSp>
      <p:cxnSp>
        <p:nvCxnSpPr>
          <p:cNvPr id="120" name="Straight Connector 119">
            <a:extLst>
              <a:ext uri="{FF2B5EF4-FFF2-40B4-BE49-F238E27FC236}">
                <a16:creationId xmlns:a16="http://schemas.microsoft.com/office/drawing/2014/main" id="{BE1972CE-C1DA-BAD0-24FF-0D33F6EA5B8D}"/>
              </a:ext>
            </a:extLst>
          </p:cNvPr>
          <p:cNvCxnSpPr>
            <a:stCxn id="69" idx="0"/>
            <a:endCxn id="68" idx="2"/>
          </p:cNvCxnSpPr>
          <p:nvPr/>
        </p:nvCxnSpPr>
        <p:spPr>
          <a:xfrm flipV="1">
            <a:off x="1837763" y="5451135"/>
            <a:ext cx="1784" cy="169726"/>
          </a:xfrm>
          <a:prstGeom prst="line">
            <a:avLst/>
          </a:prstGeom>
        </p:spPr>
        <p:style>
          <a:lnRef idx="1">
            <a:schemeClr val="accent5"/>
          </a:lnRef>
          <a:fillRef idx="0">
            <a:schemeClr val="accent5"/>
          </a:fillRef>
          <a:effectRef idx="0">
            <a:schemeClr val="accent5"/>
          </a:effectRef>
          <a:fontRef idx="minor">
            <a:schemeClr val="tx1"/>
          </a:fontRef>
        </p:style>
      </p:cxnSp>
      <p:cxnSp>
        <p:nvCxnSpPr>
          <p:cNvPr id="122" name="Straight Connector 121">
            <a:extLst>
              <a:ext uri="{FF2B5EF4-FFF2-40B4-BE49-F238E27FC236}">
                <a16:creationId xmlns:a16="http://schemas.microsoft.com/office/drawing/2014/main" id="{8AED3433-D3DC-8585-0709-B5B7BA57F313}"/>
              </a:ext>
            </a:extLst>
          </p:cNvPr>
          <p:cNvCxnSpPr>
            <a:stCxn id="67" idx="2"/>
            <a:endCxn id="66" idx="2"/>
          </p:cNvCxnSpPr>
          <p:nvPr/>
        </p:nvCxnSpPr>
        <p:spPr>
          <a:xfrm flipV="1">
            <a:off x="1839547" y="4513299"/>
            <a:ext cx="1" cy="169727"/>
          </a:xfrm>
          <a:prstGeom prst="line">
            <a:avLst/>
          </a:prstGeom>
        </p:spPr>
        <p:style>
          <a:lnRef idx="1">
            <a:schemeClr val="accent5"/>
          </a:lnRef>
          <a:fillRef idx="0">
            <a:schemeClr val="accent5"/>
          </a:fillRef>
          <a:effectRef idx="0">
            <a:schemeClr val="accent5"/>
          </a:effectRef>
          <a:fontRef idx="minor">
            <a:schemeClr val="tx1"/>
          </a:fontRef>
        </p:style>
      </p:cxnSp>
      <p:cxnSp>
        <p:nvCxnSpPr>
          <p:cNvPr id="124" name="Straight Connector 123">
            <a:extLst>
              <a:ext uri="{FF2B5EF4-FFF2-40B4-BE49-F238E27FC236}">
                <a16:creationId xmlns:a16="http://schemas.microsoft.com/office/drawing/2014/main" id="{FC6A68FC-E495-62A2-665B-F1DE953D9EAF}"/>
              </a:ext>
            </a:extLst>
          </p:cNvPr>
          <p:cNvCxnSpPr>
            <a:cxnSpLocks/>
            <a:stCxn id="66" idx="0"/>
            <a:endCxn id="65" idx="2"/>
          </p:cNvCxnSpPr>
          <p:nvPr/>
        </p:nvCxnSpPr>
        <p:spPr>
          <a:xfrm flipH="1" flipV="1">
            <a:off x="1835522" y="4044381"/>
            <a:ext cx="4026" cy="169728"/>
          </a:xfrm>
          <a:prstGeom prst="line">
            <a:avLst/>
          </a:prstGeom>
        </p:spPr>
        <p:style>
          <a:lnRef idx="1">
            <a:schemeClr val="accent1"/>
          </a:lnRef>
          <a:fillRef idx="0">
            <a:schemeClr val="accent1"/>
          </a:fillRef>
          <a:effectRef idx="0">
            <a:schemeClr val="accent1"/>
          </a:effectRef>
          <a:fontRef idx="minor">
            <a:schemeClr val="tx1"/>
          </a:fontRef>
        </p:style>
      </p:cxnSp>
      <p:cxnSp>
        <p:nvCxnSpPr>
          <p:cNvPr id="127" name="Straight Connector 126">
            <a:extLst>
              <a:ext uri="{FF2B5EF4-FFF2-40B4-BE49-F238E27FC236}">
                <a16:creationId xmlns:a16="http://schemas.microsoft.com/office/drawing/2014/main" id="{542A7F78-5DDA-F24C-A69C-4E7D44DF59AE}"/>
              </a:ext>
            </a:extLst>
          </p:cNvPr>
          <p:cNvCxnSpPr>
            <a:stCxn id="66" idx="0"/>
            <a:endCxn id="65" idx="2"/>
          </p:cNvCxnSpPr>
          <p:nvPr/>
        </p:nvCxnSpPr>
        <p:spPr>
          <a:xfrm flipH="1" flipV="1">
            <a:off x="1835522" y="4044381"/>
            <a:ext cx="4026" cy="169728"/>
          </a:xfrm>
          <a:prstGeom prst="line">
            <a:avLst/>
          </a:prstGeom>
        </p:spPr>
        <p:style>
          <a:lnRef idx="1">
            <a:schemeClr val="accent5"/>
          </a:lnRef>
          <a:fillRef idx="0">
            <a:schemeClr val="accent5"/>
          </a:fillRef>
          <a:effectRef idx="0">
            <a:schemeClr val="accent5"/>
          </a:effectRef>
          <a:fontRef idx="minor">
            <a:schemeClr val="tx1"/>
          </a:fontRef>
        </p:style>
      </p:cxnSp>
      <p:cxnSp>
        <p:nvCxnSpPr>
          <p:cNvPr id="129" name="Straight Connector 128">
            <a:extLst>
              <a:ext uri="{FF2B5EF4-FFF2-40B4-BE49-F238E27FC236}">
                <a16:creationId xmlns:a16="http://schemas.microsoft.com/office/drawing/2014/main" id="{D58E4E53-F493-36AC-5B19-B045CA5D60FC}"/>
              </a:ext>
            </a:extLst>
          </p:cNvPr>
          <p:cNvCxnSpPr>
            <a:cxnSpLocks/>
            <a:stCxn id="65" idx="0"/>
            <a:endCxn id="32" idx="0"/>
          </p:cNvCxnSpPr>
          <p:nvPr/>
        </p:nvCxnSpPr>
        <p:spPr>
          <a:xfrm flipV="1">
            <a:off x="1835522" y="3575464"/>
            <a:ext cx="4025" cy="300092"/>
          </a:xfrm>
          <a:prstGeom prst="line">
            <a:avLst/>
          </a:prstGeom>
        </p:spPr>
        <p:style>
          <a:lnRef idx="1">
            <a:schemeClr val="accent5"/>
          </a:lnRef>
          <a:fillRef idx="0">
            <a:schemeClr val="accent5"/>
          </a:fillRef>
          <a:effectRef idx="0">
            <a:schemeClr val="accent5"/>
          </a:effectRef>
          <a:fontRef idx="minor">
            <a:schemeClr val="tx1"/>
          </a:fontRef>
        </p:style>
      </p:cxnSp>
      <p:cxnSp>
        <p:nvCxnSpPr>
          <p:cNvPr id="132" name="Straight Connector 131">
            <a:extLst>
              <a:ext uri="{FF2B5EF4-FFF2-40B4-BE49-F238E27FC236}">
                <a16:creationId xmlns:a16="http://schemas.microsoft.com/office/drawing/2014/main" id="{5660137B-C451-DA8A-B25D-DD3B2E123E6E}"/>
              </a:ext>
            </a:extLst>
          </p:cNvPr>
          <p:cNvCxnSpPr>
            <a:stCxn id="68" idx="0"/>
            <a:endCxn id="67" idx="0"/>
          </p:cNvCxnSpPr>
          <p:nvPr/>
        </p:nvCxnSpPr>
        <p:spPr>
          <a:xfrm flipV="1">
            <a:off x="1839547" y="4982216"/>
            <a:ext cx="0" cy="169727"/>
          </a:xfrm>
          <a:prstGeom prst="line">
            <a:avLst/>
          </a:prstGeom>
        </p:spPr>
        <p:style>
          <a:lnRef idx="1">
            <a:schemeClr val="accent5"/>
          </a:lnRef>
          <a:fillRef idx="0">
            <a:schemeClr val="accent5"/>
          </a:fillRef>
          <a:effectRef idx="0">
            <a:schemeClr val="accent5"/>
          </a:effectRef>
          <a:fontRef idx="minor">
            <a:schemeClr val="tx1"/>
          </a:fontRef>
        </p:style>
      </p:cxnSp>
      <p:cxnSp>
        <p:nvCxnSpPr>
          <p:cNvPr id="134" name="Straight Connector 133">
            <a:extLst>
              <a:ext uri="{FF2B5EF4-FFF2-40B4-BE49-F238E27FC236}">
                <a16:creationId xmlns:a16="http://schemas.microsoft.com/office/drawing/2014/main" id="{265B2790-C7F5-091E-87BD-3D3DF970FCA1}"/>
              </a:ext>
            </a:extLst>
          </p:cNvPr>
          <p:cNvCxnSpPr>
            <a:cxnSpLocks/>
            <a:endCxn id="70" idx="0"/>
          </p:cNvCxnSpPr>
          <p:nvPr/>
        </p:nvCxnSpPr>
        <p:spPr>
          <a:xfrm flipV="1">
            <a:off x="1835522" y="6388970"/>
            <a:ext cx="4024" cy="343524"/>
          </a:xfrm>
          <a:prstGeom prst="line">
            <a:avLst/>
          </a:prstGeom>
        </p:spPr>
        <p:style>
          <a:lnRef idx="2">
            <a:schemeClr val="accent5"/>
          </a:lnRef>
          <a:fillRef idx="0">
            <a:schemeClr val="accent5"/>
          </a:fillRef>
          <a:effectRef idx="1">
            <a:schemeClr val="accent5"/>
          </a:effectRef>
          <a:fontRef idx="minor">
            <a:schemeClr val="tx1"/>
          </a:fontRef>
        </p:style>
      </p:cxnSp>
      <p:cxnSp>
        <p:nvCxnSpPr>
          <p:cNvPr id="137" name="Straight Connector 136">
            <a:extLst>
              <a:ext uri="{FF2B5EF4-FFF2-40B4-BE49-F238E27FC236}">
                <a16:creationId xmlns:a16="http://schemas.microsoft.com/office/drawing/2014/main" id="{73E9A5FB-E4C7-4B4F-6333-D769D411B97D}"/>
              </a:ext>
            </a:extLst>
          </p:cNvPr>
          <p:cNvCxnSpPr>
            <a:cxnSpLocks/>
          </p:cNvCxnSpPr>
          <p:nvPr/>
        </p:nvCxnSpPr>
        <p:spPr>
          <a:xfrm flipV="1">
            <a:off x="1835522" y="2677140"/>
            <a:ext cx="0" cy="299142"/>
          </a:xfrm>
          <a:prstGeom prst="line">
            <a:avLst/>
          </a:prstGeom>
        </p:spPr>
        <p:style>
          <a:lnRef idx="2">
            <a:schemeClr val="accent5"/>
          </a:lnRef>
          <a:fillRef idx="0">
            <a:schemeClr val="accent5"/>
          </a:fillRef>
          <a:effectRef idx="1">
            <a:schemeClr val="accent5"/>
          </a:effectRef>
          <a:fontRef idx="minor">
            <a:schemeClr val="tx1"/>
          </a:fontRef>
        </p:style>
      </p:cxnSp>
      <p:cxnSp>
        <p:nvCxnSpPr>
          <p:cNvPr id="140" name="Straight Connector 139">
            <a:extLst>
              <a:ext uri="{FF2B5EF4-FFF2-40B4-BE49-F238E27FC236}">
                <a16:creationId xmlns:a16="http://schemas.microsoft.com/office/drawing/2014/main" id="{7FA3891E-CF34-6BB9-40EC-3F2B21B17BBA}"/>
              </a:ext>
            </a:extLst>
          </p:cNvPr>
          <p:cNvCxnSpPr/>
          <p:nvPr/>
        </p:nvCxnSpPr>
        <p:spPr>
          <a:xfrm flipV="1">
            <a:off x="1835522" y="2317377"/>
            <a:ext cx="0" cy="228600"/>
          </a:xfrm>
          <a:prstGeom prst="line">
            <a:avLst/>
          </a:prstGeom>
        </p:spPr>
        <p:style>
          <a:lnRef idx="2">
            <a:schemeClr val="accent5"/>
          </a:lnRef>
          <a:fillRef idx="0">
            <a:schemeClr val="accent5"/>
          </a:fillRef>
          <a:effectRef idx="1">
            <a:schemeClr val="accent5"/>
          </a:effectRef>
          <a:fontRef idx="minor">
            <a:schemeClr val="tx1"/>
          </a:fontRef>
        </p:style>
      </p:cxnSp>
      <p:cxnSp>
        <p:nvCxnSpPr>
          <p:cNvPr id="142" name="Straight Connector 141">
            <a:extLst>
              <a:ext uri="{FF2B5EF4-FFF2-40B4-BE49-F238E27FC236}">
                <a16:creationId xmlns:a16="http://schemas.microsoft.com/office/drawing/2014/main" id="{F506CA73-5FB6-D424-93AF-1AB18A76900B}"/>
              </a:ext>
            </a:extLst>
          </p:cNvPr>
          <p:cNvCxnSpPr/>
          <p:nvPr/>
        </p:nvCxnSpPr>
        <p:spPr>
          <a:xfrm flipV="1">
            <a:off x="1835522" y="1479176"/>
            <a:ext cx="0" cy="242048"/>
          </a:xfrm>
          <a:prstGeom prst="line">
            <a:avLst/>
          </a:prstGeom>
        </p:spPr>
        <p:style>
          <a:lnRef idx="2">
            <a:schemeClr val="accent5"/>
          </a:lnRef>
          <a:fillRef idx="0">
            <a:schemeClr val="accent5"/>
          </a:fillRef>
          <a:effectRef idx="1">
            <a:schemeClr val="accent5"/>
          </a:effectRef>
          <a:fontRef idx="minor">
            <a:schemeClr val="tx1"/>
          </a:fontRef>
        </p:style>
      </p:cxnSp>
      <p:cxnSp>
        <p:nvCxnSpPr>
          <p:cNvPr id="144" name="Straight Connector 143">
            <a:extLst>
              <a:ext uri="{FF2B5EF4-FFF2-40B4-BE49-F238E27FC236}">
                <a16:creationId xmlns:a16="http://schemas.microsoft.com/office/drawing/2014/main" id="{AB376AFD-79D1-46F5-E857-BE4F74BCAA39}"/>
              </a:ext>
            </a:extLst>
          </p:cNvPr>
          <p:cNvCxnSpPr/>
          <p:nvPr/>
        </p:nvCxnSpPr>
        <p:spPr>
          <a:xfrm flipV="1">
            <a:off x="1835522" y="1817730"/>
            <a:ext cx="0" cy="228000"/>
          </a:xfrm>
          <a:prstGeom prst="line">
            <a:avLst/>
          </a:prstGeom>
        </p:spPr>
        <p:style>
          <a:lnRef idx="2">
            <a:schemeClr val="accent5"/>
          </a:lnRef>
          <a:fillRef idx="0">
            <a:schemeClr val="accent5"/>
          </a:fillRef>
          <a:effectRef idx="1">
            <a:schemeClr val="accent5"/>
          </a:effectRef>
          <a:fontRef idx="minor">
            <a:schemeClr val="tx1"/>
          </a:fontRef>
        </p:style>
      </p:cxnSp>
      <p:cxnSp>
        <p:nvCxnSpPr>
          <p:cNvPr id="150" name="Straight Connector 149">
            <a:extLst>
              <a:ext uri="{FF2B5EF4-FFF2-40B4-BE49-F238E27FC236}">
                <a16:creationId xmlns:a16="http://schemas.microsoft.com/office/drawing/2014/main" id="{0FB6B9D8-E674-38C2-1DB2-F6E4B6D29306}"/>
              </a:ext>
            </a:extLst>
          </p:cNvPr>
          <p:cNvCxnSpPr>
            <a:cxnSpLocks/>
          </p:cNvCxnSpPr>
          <p:nvPr/>
        </p:nvCxnSpPr>
        <p:spPr>
          <a:xfrm flipV="1">
            <a:off x="1835522" y="1075766"/>
            <a:ext cx="0" cy="251010"/>
          </a:xfrm>
          <a:prstGeom prst="line">
            <a:avLst/>
          </a:prstGeom>
        </p:spPr>
        <p:style>
          <a:lnRef idx="2">
            <a:schemeClr val="accent5"/>
          </a:lnRef>
          <a:fillRef idx="0">
            <a:schemeClr val="accent5"/>
          </a:fillRef>
          <a:effectRef idx="1">
            <a:schemeClr val="accent5"/>
          </a:effectRef>
          <a:fontRef idx="minor">
            <a:schemeClr val="tx1"/>
          </a:fontRef>
        </p:style>
      </p:cxnSp>
      <p:cxnSp>
        <p:nvCxnSpPr>
          <p:cNvPr id="153" name="Connector: Elbow 152">
            <a:extLst>
              <a:ext uri="{FF2B5EF4-FFF2-40B4-BE49-F238E27FC236}">
                <a16:creationId xmlns:a16="http://schemas.microsoft.com/office/drawing/2014/main" id="{264B2FF3-24B7-AA28-D835-B28A51C20905}"/>
              </a:ext>
            </a:extLst>
          </p:cNvPr>
          <p:cNvCxnSpPr>
            <a:cxnSpLocks/>
          </p:cNvCxnSpPr>
          <p:nvPr/>
        </p:nvCxnSpPr>
        <p:spPr>
          <a:xfrm rot="5400000">
            <a:off x="10479741" y="1488141"/>
            <a:ext cx="242048" cy="224118"/>
          </a:xfrm>
          <a:prstGeom prst="bentConnector3">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67" name="Straight Arrow Connector 166">
            <a:extLst>
              <a:ext uri="{FF2B5EF4-FFF2-40B4-BE49-F238E27FC236}">
                <a16:creationId xmlns:a16="http://schemas.microsoft.com/office/drawing/2014/main" id="{15341B81-4167-28D8-FFC4-45B21160A2A2}"/>
              </a:ext>
            </a:extLst>
          </p:cNvPr>
          <p:cNvCxnSpPr>
            <a:cxnSpLocks/>
          </p:cNvCxnSpPr>
          <p:nvPr/>
        </p:nvCxnSpPr>
        <p:spPr>
          <a:xfrm flipH="1">
            <a:off x="6095998" y="1721224"/>
            <a:ext cx="797861"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70" name="Straight Connector 169">
            <a:extLst>
              <a:ext uri="{FF2B5EF4-FFF2-40B4-BE49-F238E27FC236}">
                <a16:creationId xmlns:a16="http://schemas.microsoft.com/office/drawing/2014/main" id="{758FE844-49BB-7D55-E0CE-6D29AF4FE707}"/>
              </a:ext>
            </a:extLst>
          </p:cNvPr>
          <p:cNvCxnSpPr>
            <a:cxnSpLocks/>
            <a:endCxn id="11" idx="2"/>
          </p:cNvCxnSpPr>
          <p:nvPr/>
        </p:nvCxnSpPr>
        <p:spPr>
          <a:xfrm flipH="1">
            <a:off x="6026521" y="1479176"/>
            <a:ext cx="867338"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74" name="Straight Connector 173">
            <a:extLst>
              <a:ext uri="{FF2B5EF4-FFF2-40B4-BE49-F238E27FC236}">
                <a16:creationId xmlns:a16="http://schemas.microsoft.com/office/drawing/2014/main" id="{8F57C0BB-880A-59F3-4DF4-199B5C5E41AD}"/>
              </a:ext>
            </a:extLst>
          </p:cNvPr>
          <p:cNvCxnSpPr>
            <a:cxnSpLocks/>
          </p:cNvCxnSpPr>
          <p:nvPr/>
        </p:nvCxnSpPr>
        <p:spPr>
          <a:xfrm>
            <a:off x="6893859" y="1479176"/>
            <a:ext cx="0" cy="242048"/>
          </a:xfrm>
          <a:prstGeom prst="line">
            <a:avLst/>
          </a:prstGeom>
        </p:spPr>
        <p:style>
          <a:lnRef idx="2">
            <a:schemeClr val="accent5"/>
          </a:lnRef>
          <a:fillRef idx="0">
            <a:schemeClr val="accent5"/>
          </a:fillRef>
          <a:effectRef idx="1">
            <a:schemeClr val="accent5"/>
          </a:effectRef>
          <a:fontRef idx="minor">
            <a:schemeClr val="tx1"/>
          </a:fontRef>
        </p:style>
      </p:cxnSp>
      <p:cxnSp>
        <p:nvCxnSpPr>
          <p:cNvPr id="178" name="Straight Connector 177">
            <a:extLst>
              <a:ext uri="{FF2B5EF4-FFF2-40B4-BE49-F238E27FC236}">
                <a16:creationId xmlns:a16="http://schemas.microsoft.com/office/drawing/2014/main" id="{20065D22-9BB0-5902-7E72-730565A61C30}"/>
              </a:ext>
            </a:extLst>
          </p:cNvPr>
          <p:cNvCxnSpPr>
            <a:cxnSpLocks/>
            <a:stCxn id="11" idx="2"/>
          </p:cNvCxnSpPr>
          <p:nvPr/>
        </p:nvCxnSpPr>
        <p:spPr>
          <a:xfrm>
            <a:off x="6026521" y="1479176"/>
            <a:ext cx="34739" cy="510663"/>
          </a:xfrm>
          <a:prstGeom prst="line">
            <a:avLst/>
          </a:prstGeom>
        </p:spPr>
        <p:style>
          <a:lnRef idx="2">
            <a:schemeClr val="accent5"/>
          </a:lnRef>
          <a:fillRef idx="0">
            <a:schemeClr val="accent5"/>
          </a:fillRef>
          <a:effectRef idx="1">
            <a:schemeClr val="accent5"/>
          </a:effectRef>
          <a:fontRef idx="minor">
            <a:schemeClr val="tx1"/>
          </a:fontRef>
        </p:style>
      </p:cxnSp>
      <p:cxnSp>
        <p:nvCxnSpPr>
          <p:cNvPr id="186" name="Straight Arrow Connector 185">
            <a:extLst>
              <a:ext uri="{FF2B5EF4-FFF2-40B4-BE49-F238E27FC236}">
                <a16:creationId xmlns:a16="http://schemas.microsoft.com/office/drawing/2014/main" id="{BDFCF3DF-41B0-EFB5-63B6-DA436C3AFF6C}"/>
              </a:ext>
            </a:extLst>
          </p:cNvPr>
          <p:cNvCxnSpPr>
            <a:cxnSpLocks/>
          </p:cNvCxnSpPr>
          <p:nvPr/>
        </p:nvCxnSpPr>
        <p:spPr>
          <a:xfrm flipH="1" flipV="1">
            <a:off x="6095998" y="2431505"/>
            <a:ext cx="797861" cy="6556"/>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cxnSp>
        <p:nvCxnSpPr>
          <p:cNvPr id="190" name="Straight Connector 189">
            <a:extLst>
              <a:ext uri="{FF2B5EF4-FFF2-40B4-BE49-F238E27FC236}">
                <a16:creationId xmlns:a16="http://schemas.microsoft.com/office/drawing/2014/main" id="{613196D1-2491-4849-B0E4-F7731B231227}"/>
              </a:ext>
            </a:extLst>
          </p:cNvPr>
          <p:cNvCxnSpPr>
            <a:cxnSpLocks/>
          </p:cNvCxnSpPr>
          <p:nvPr/>
        </p:nvCxnSpPr>
        <p:spPr>
          <a:xfrm>
            <a:off x="6095998" y="2215007"/>
            <a:ext cx="797861" cy="0"/>
          </a:xfrm>
          <a:prstGeom prst="line">
            <a:avLst/>
          </a:prstGeom>
        </p:spPr>
        <p:style>
          <a:lnRef idx="2">
            <a:schemeClr val="accent5"/>
          </a:lnRef>
          <a:fillRef idx="0">
            <a:schemeClr val="accent5"/>
          </a:fillRef>
          <a:effectRef idx="1">
            <a:schemeClr val="accent5"/>
          </a:effectRef>
          <a:fontRef idx="minor">
            <a:schemeClr val="tx1"/>
          </a:fontRef>
        </p:style>
      </p:cxnSp>
      <p:cxnSp>
        <p:nvCxnSpPr>
          <p:cNvPr id="195" name="Straight Connector 194">
            <a:extLst>
              <a:ext uri="{FF2B5EF4-FFF2-40B4-BE49-F238E27FC236}">
                <a16:creationId xmlns:a16="http://schemas.microsoft.com/office/drawing/2014/main" id="{338F4011-351E-13C9-AFA8-DB303D629D0C}"/>
              </a:ext>
            </a:extLst>
          </p:cNvPr>
          <p:cNvCxnSpPr/>
          <p:nvPr/>
        </p:nvCxnSpPr>
        <p:spPr>
          <a:xfrm>
            <a:off x="6893859" y="2215007"/>
            <a:ext cx="0" cy="223054"/>
          </a:xfrm>
          <a:prstGeom prst="line">
            <a:avLst/>
          </a:prstGeom>
        </p:spPr>
        <p:style>
          <a:lnRef idx="2">
            <a:schemeClr val="accent5"/>
          </a:lnRef>
          <a:fillRef idx="0">
            <a:schemeClr val="accent5"/>
          </a:fillRef>
          <a:effectRef idx="1">
            <a:schemeClr val="accent5"/>
          </a:effectRef>
          <a:fontRef idx="minor">
            <a:schemeClr val="tx1"/>
          </a:fontRef>
        </p:style>
      </p:cxnSp>
      <p:sp>
        <p:nvSpPr>
          <p:cNvPr id="196" name="Rectangle 195">
            <a:extLst>
              <a:ext uri="{FF2B5EF4-FFF2-40B4-BE49-F238E27FC236}">
                <a16:creationId xmlns:a16="http://schemas.microsoft.com/office/drawing/2014/main" id="{7C03A538-4E1A-49A6-79A6-FBD938605F38}"/>
              </a:ext>
            </a:extLst>
          </p:cNvPr>
          <p:cNvSpPr/>
          <p:nvPr/>
        </p:nvSpPr>
        <p:spPr>
          <a:xfrm flipH="1">
            <a:off x="5943599" y="3917436"/>
            <a:ext cx="154633" cy="16118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97" name="Rectangle 196">
            <a:extLst>
              <a:ext uri="{FF2B5EF4-FFF2-40B4-BE49-F238E27FC236}">
                <a16:creationId xmlns:a16="http://schemas.microsoft.com/office/drawing/2014/main" id="{270CCAC9-3E5E-9899-A025-6F261C92B6C7}"/>
              </a:ext>
            </a:extLst>
          </p:cNvPr>
          <p:cNvSpPr/>
          <p:nvPr/>
        </p:nvSpPr>
        <p:spPr>
          <a:xfrm>
            <a:off x="5948991" y="4247527"/>
            <a:ext cx="154633" cy="23046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98" name="Rectangle 197">
            <a:extLst>
              <a:ext uri="{FF2B5EF4-FFF2-40B4-BE49-F238E27FC236}">
                <a16:creationId xmlns:a16="http://schemas.microsoft.com/office/drawing/2014/main" id="{76D570E3-BF21-4A50-F35F-5DC373633B73}"/>
              </a:ext>
            </a:extLst>
          </p:cNvPr>
          <p:cNvSpPr/>
          <p:nvPr/>
        </p:nvSpPr>
        <p:spPr>
          <a:xfrm>
            <a:off x="5941805" y="4696453"/>
            <a:ext cx="161818" cy="22471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199" name="Rectangle 198">
            <a:extLst>
              <a:ext uri="{FF2B5EF4-FFF2-40B4-BE49-F238E27FC236}">
                <a16:creationId xmlns:a16="http://schemas.microsoft.com/office/drawing/2014/main" id="{D871CB16-283F-5C2C-563B-B7A969AD4D81}"/>
              </a:ext>
            </a:extLst>
          </p:cNvPr>
          <p:cNvSpPr/>
          <p:nvPr/>
        </p:nvSpPr>
        <p:spPr>
          <a:xfrm>
            <a:off x="5941805" y="5169656"/>
            <a:ext cx="161819" cy="22471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00" name="Rectangle 199">
            <a:extLst>
              <a:ext uri="{FF2B5EF4-FFF2-40B4-BE49-F238E27FC236}">
                <a16:creationId xmlns:a16="http://schemas.microsoft.com/office/drawing/2014/main" id="{42EFA6A0-CC70-78AE-62BE-38635327D93F}"/>
              </a:ext>
            </a:extLst>
          </p:cNvPr>
          <p:cNvSpPr/>
          <p:nvPr/>
        </p:nvSpPr>
        <p:spPr>
          <a:xfrm>
            <a:off x="5940441" y="5620861"/>
            <a:ext cx="155558" cy="24670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01" name="Rectangle 200">
            <a:extLst>
              <a:ext uri="{FF2B5EF4-FFF2-40B4-BE49-F238E27FC236}">
                <a16:creationId xmlns:a16="http://schemas.microsoft.com/office/drawing/2014/main" id="{54DA6AF5-10E7-14B9-C95C-3DF561855536}"/>
              </a:ext>
            </a:extLst>
          </p:cNvPr>
          <p:cNvSpPr/>
          <p:nvPr/>
        </p:nvSpPr>
        <p:spPr>
          <a:xfrm flipH="1">
            <a:off x="5956615" y="6167718"/>
            <a:ext cx="147006" cy="22125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cxnSp>
        <p:nvCxnSpPr>
          <p:cNvPr id="203" name="Straight Connector 202">
            <a:extLst>
              <a:ext uri="{FF2B5EF4-FFF2-40B4-BE49-F238E27FC236}">
                <a16:creationId xmlns:a16="http://schemas.microsoft.com/office/drawing/2014/main" id="{C81650DD-61FE-9D96-D8ED-684ED54E078F}"/>
              </a:ext>
            </a:extLst>
          </p:cNvPr>
          <p:cNvCxnSpPr>
            <a:cxnSpLocks/>
            <a:endCxn id="201" idx="2"/>
          </p:cNvCxnSpPr>
          <p:nvPr/>
        </p:nvCxnSpPr>
        <p:spPr>
          <a:xfrm flipV="1">
            <a:off x="6026521" y="6388970"/>
            <a:ext cx="3597" cy="221252"/>
          </a:xfrm>
          <a:prstGeom prst="line">
            <a:avLst/>
          </a:prstGeom>
        </p:spPr>
        <p:style>
          <a:lnRef idx="3">
            <a:schemeClr val="accent5"/>
          </a:lnRef>
          <a:fillRef idx="0">
            <a:schemeClr val="accent5"/>
          </a:fillRef>
          <a:effectRef idx="2">
            <a:schemeClr val="accent5"/>
          </a:effectRef>
          <a:fontRef idx="minor">
            <a:schemeClr val="tx1"/>
          </a:fontRef>
        </p:style>
      </p:cxnSp>
      <p:cxnSp>
        <p:nvCxnSpPr>
          <p:cNvPr id="208" name="Straight Arrow Connector 207">
            <a:extLst>
              <a:ext uri="{FF2B5EF4-FFF2-40B4-BE49-F238E27FC236}">
                <a16:creationId xmlns:a16="http://schemas.microsoft.com/office/drawing/2014/main" id="{E639806A-06F3-A1BD-5730-EC056FF9D8F7}"/>
              </a:ext>
            </a:extLst>
          </p:cNvPr>
          <p:cNvCxnSpPr>
            <a:cxnSpLocks/>
            <a:endCxn id="199" idx="3"/>
          </p:cNvCxnSpPr>
          <p:nvPr/>
        </p:nvCxnSpPr>
        <p:spPr>
          <a:xfrm flipH="1" flipV="1">
            <a:off x="6103624" y="5282011"/>
            <a:ext cx="1874965" cy="7738"/>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214" name="Rectangle 213">
            <a:extLst>
              <a:ext uri="{FF2B5EF4-FFF2-40B4-BE49-F238E27FC236}">
                <a16:creationId xmlns:a16="http://schemas.microsoft.com/office/drawing/2014/main" id="{0C0DCEAC-9B9A-544A-51A6-DC3D4DD5D4D7}"/>
              </a:ext>
            </a:extLst>
          </p:cNvPr>
          <p:cNvSpPr/>
          <p:nvPr/>
        </p:nvSpPr>
        <p:spPr>
          <a:xfrm>
            <a:off x="7978589" y="5282011"/>
            <a:ext cx="138952" cy="24101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15" name="TextBox 214">
            <a:extLst>
              <a:ext uri="{FF2B5EF4-FFF2-40B4-BE49-F238E27FC236}">
                <a16:creationId xmlns:a16="http://schemas.microsoft.com/office/drawing/2014/main" id="{F97D6F21-DBE7-0D18-4112-1B5E1FA7EA51}"/>
              </a:ext>
            </a:extLst>
          </p:cNvPr>
          <p:cNvSpPr txBox="1"/>
          <p:nvPr/>
        </p:nvSpPr>
        <p:spPr>
          <a:xfrm>
            <a:off x="6355976" y="4898555"/>
            <a:ext cx="1743634"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View History</a:t>
            </a:r>
            <a:endParaRPr lang="en-IN" sz="1600" dirty="0">
              <a:latin typeface="Times New Roman" panose="02020603050405020304" pitchFamily="18" charset="0"/>
              <a:cs typeface="Times New Roman" panose="02020603050405020304" pitchFamily="18" charset="0"/>
            </a:endParaRPr>
          </a:p>
        </p:txBody>
      </p:sp>
      <p:cxnSp>
        <p:nvCxnSpPr>
          <p:cNvPr id="217" name="Straight Connector 216">
            <a:extLst>
              <a:ext uri="{FF2B5EF4-FFF2-40B4-BE49-F238E27FC236}">
                <a16:creationId xmlns:a16="http://schemas.microsoft.com/office/drawing/2014/main" id="{8E006542-A72A-6E2E-D2F7-8B803570E220}"/>
              </a:ext>
            </a:extLst>
          </p:cNvPr>
          <p:cNvCxnSpPr>
            <a:cxnSpLocks/>
          </p:cNvCxnSpPr>
          <p:nvPr/>
        </p:nvCxnSpPr>
        <p:spPr>
          <a:xfrm>
            <a:off x="8048065" y="2535626"/>
            <a:ext cx="0" cy="271379"/>
          </a:xfrm>
          <a:prstGeom prst="line">
            <a:avLst/>
          </a:prstGeom>
        </p:spPr>
        <p:style>
          <a:lnRef idx="2">
            <a:schemeClr val="accent5"/>
          </a:lnRef>
          <a:fillRef idx="0">
            <a:schemeClr val="accent5"/>
          </a:fillRef>
          <a:effectRef idx="1">
            <a:schemeClr val="accent5"/>
          </a:effectRef>
          <a:fontRef idx="minor">
            <a:schemeClr val="tx1"/>
          </a:fontRef>
        </p:style>
      </p:cxnSp>
      <p:cxnSp>
        <p:nvCxnSpPr>
          <p:cNvPr id="220" name="Straight Connector 219">
            <a:extLst>
              <a:ext uri="{FF2B5EF4-FFF2-40B4-BE49-F238E27FC236}">
                <a16:creationId xmlns:a16="http://schemas.microsoft.com/office/drawing/2014/main" id="{BCA86509-7AD5-866C-5E1F-B384C481B29E}"/>
              </a:ext>
            </a:extLst>
          </p:cNvPr>
          <p:cNvCxnSpPr>
            <a:cxnSpLocks/>
          </p:cNvCxnSpPr>
          <p:nvPr/>
        </p:nvCxnSpPr>
        <p:spPr>
          <a:xfrm flipH="1" flipV="1">
            <a:off x="8041341" y="2097741"/>
            <a:ext cx="6724" cy="317791"/>
          </a:xfrm>
          <a:prstGeom prst="line">
            <a:avLst/>
          </a:prstGeom>
        </p:spPr>
        <p:style>
          <a:lnRef idx="2">
            <a:schemeClr val="accent5"/>
          </a:lnRef>
          <a:fillRef idx="0">
            <a:schemeClr val="accent5"/>
          </a:fillRef>
          <a:effectRef idx="1">
            <a:schemeClr val="accent5"/>
          </a:effectRef>
          <a:fontRef idx="minor">
            <a:schemeClr val="tx1"/>
          </a:fontRef>
        </p:style>
      </p:cxnSp>
      <p:cxnSp>
        <p:nvCxnSpPr>
          <p:cNvPr id="223" name="Straight Connector 222">
            <a:extLst>
              <a:ext uri="{FF2B5EF4-FFF2-40B4-BE49-F238E27FC236}">
                <a16:creationId xmlns:a16="http://schemas.microsoft.com/office/drawing/2014/main" id="{D3837D69-E7B0-B12E-1E28-647F7EE842A9}"/>
              </a:ext>
            </a:extLst>
          </p:cNvPr>
          <p:cNvCxnSpPr>
            <a:cxnSpLocks/>
          </p:cNvCxnSpPr>
          <p:nvPr/>
        </p:nvCxnSpPr>
        <p:spPr>
          <a:xfrm flipV="1">
            <a:off x="8041341" y="1734507"/>
            <a:ext cx="0" cy="243140"/>
          </a:xfrm>
          <a:prstGeom prst="line">
            <a:avLst/>
          </a:prstGeom>
        </p:spPr>
        <p:style>
          <a:lnRef idx="2">
            <a:schemeClr val="accent5"/>
          </a:lnRef>
          <a:fillRef idx="0">
            <a:schemeClr val="accent5"/>
          </a:fillRef>
          <a:effectRef idx="1">
            <a:schemeClr val="accent5"/>
          </a:effectRef>
          <a:fontRef idx="minor">
            <a:schemeClr val="tx1"/>
          </a:fontRef>
        </p:style>
      </p:cxnSp>
      <p:cxnSp>
        <p:nvCxnSpPr>
          <p:cNvPr id="228" name="Straight Connector 227">
            <a:extLst>
              <a:ext uri="{FF2B5EF4-FFF2-40B4-BE49-F238E27FC236}">
                <a16:creationId xmlns:a16="http://schemas.microsoft.com/office/drawing/2014/main" id="{E7AC5A47-DEF3-7C05-A0BE-D359EA3BC6E5}"/>
              </a:ext>
            </a:extLst>
          </p:cNvPr>
          <p:cNvCxnSpPr>
            <a:cxnSpLocks/>
          </p:cNvCxnSpPr>
          <p:nvPr/>
        </p:nvCxnSpPr>
        <p:spPr>
          <a:xfrm flipV="1">
            <a:off x="8048065" y="1255059"/>
            <a:ext cx="2241" cy="345141"/>
          </a:xfrm>
          <a:prstGeom prst="line">
            <a:avLst/>
          </a:prstGeom>
        </p:spPr>
        <p:style>
          <a:lnRef idx="2">
            <a:schemeClr val="accent5"/>
          </a:lnRef>
          <a:fillRef idx="0">
            <a:schemeClr val="accent5"/>
          </a:fillRef>
          <a:effectRef idx="1">
            <a:schemeClr val="accent5"/>
          </a:effectRef>
          <a:fontRef idx="minor">
            <a:schemeClr val="tx1"/>
          </a:fontRef>
        </p:style>
      </p:cxnSp>
      <p:cxnSp>
        <p:nvCxnSpPr>
          <p:cNvPr id="231" name="Straight Connector 230">
            <a:extLst>
              <a:ext uri="{FF2B5EF4-FFF2-40B4-BE49-F238E27FC236}">
                <a16:creationId xmlns:a16="http://schemas.microsoft.com/office/drawing/2014/main" id="{CF939D2E-A1D3-BA7B-B2D2-D3B51A8DCF6D}"/>
              </a:ext>
            </a:extLst>
          </p:cNvPr>
          <p:cNvCxnSpPr>
            <a:cxnSpLocks/>
          </p:cNvCxnSpPr>
          <p:nvPr/>
        </p:nvCxnSpPr>
        <p:spPr>
          <a:xfrm>
            <a:off x="8041341" y="981595"/>
            <a:ext cx="0" cy="161453"/>
          </a:xfrm>
          <a:prstGeom prst="line">
            <a:avLst/>
          </a:prstGeom>
        </p:spPr>
        <p:style>
          <a:lnRef idx="2">
            <a:schemeClr val="accent5"/>
          </a:lnRef>
          <a:fillRef idx="0">
            <a:schemeClr val="accent5"/>
          </a:fillRef>
          <a:effectRef idx="1">
            <a:schemeClr val="accent5"/>
          </a:effectRef>
          <a:fontRef idx="minor">
            <a:schemeClr val="tx1"/>
          </a:fontRef>
        </p:style>
      </p:cxnSp>
      <p:sp>
        <p:nvSpPr>
          <p:cNvPr id="236" name="TextBox 235">
            <a:extLst>
              <a:ext uri="{FF2B5EF4-FFF2-40B4-BE49-F238E27FC236}">
                <a16:creationId xmlns:a16="http://schemas.microsoft.com/office/drawing/2014/main" id="{C587521E-299C-3849-8A01-4BC176E2609A}"/>
              </a:ext>
            </a:extLst>
          </p:cNvPr>
          <p:cNvSpPr txBox="1"/>
          <p:nvPr/>
        </p:nvSpPr>
        <p:spPr>
          <a:xfrm flipH="1">
            <a:off x="6758275" y="3364463"/>
            <a:ext cx="214478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View Users</a:t>
            </a:r>
            <a:endParaRPr lang="en-IN" sz="1600" dirty="0">
              <a:latin typeface="Times New Roman" panose="02020603050405020304" pitchFamily="18" charset="0"/>
              <a:cs typeface="Times New Roman" panose="02020603050405020304" pitchFamily="18" charset="0"/>
            </a:endParaRPr>
          </a:p>
        </p:txBody>
      </p:sp>
      <p:cxnSp>
        <p:nvCxnSpPr>
          <p:cNvPr id="238" name="Straight Arrow Connector 237">
            <a:extLst>
              <a:ext uri="{FF2B5EF4-FFF2-40B4-BE49-F238E27FC236}">
                <a16:creationId xmlns:a16="http://schemas.microsoft.com/office/drawing/2014/main" id="{5F2FB9FF-102E-BCB9-1E49-DB54F55C991D}"/>
              </a:ext>
            </a:extLst>
          </p:cNvPr>
          <p:cNvCxnSpPr>
            <a:cxnSpLocks/>
          </p:cNvCxnSpPr>
          <p:nvPr/>
        </p:nvCxnSpPr>
        <p:spPr>
          <a:xfrm flipH="1" flipV="1">
            <a:off x="6173096" y="3677952"/>
            <a:ext cx="1742739" cy="1299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243" name="Rectangle 242">
            <a:extLst>
              <a:ext uri="{FF2B5EF4-FFF2-40B4-BE49-F238E27FC236}">
                <a16:creationId xmlns:a16="http://schemas.microsoft.com/office/drawing/2014/main" id="{F12467DD-E80C-EA34-ECE1-79FEFF92FB9D}"/>
              </a:ext>
            </a:extLst>
          </p:cNvPr>
          <p:cNvSpPr/>
          <p:nvPr/>
        </p:nvSpPr>
        <p:spPr>
          <a:xfrm>
            <a:off x="7971866" y="3703766"/>
            <a:ext cx="138950" cy="338554"/>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cxnSp>
        <p:nvCxnSpPr>
          <p:cNvPr id="245" name="Straight Connector 244">
            <a:extLst>
              <a:ext uri="{FF2B5EF4-FFF2-40B4-BE49-F238E27FC236}">
                <a16:creationId xmlns:a16="http://schemas.microsoft.com/office/drawing/2014/main" id="{F7BE10AD-3D57-482D-76F0-D277E561D015}"/>
              </a:ext>
            </a:extLst>
          </p:cNvPr>
          <p:cNvCxnSpPr>
            <a:cxnSpLocks/>
          </p:cNvCxnSpPr>
          <p:nvPr/>
        </p:nvCxnSpPr>
        <p:spPr>
          <a:xfrm flipV="1">
            <a:off x="8048065" y="3456449"/>
            <a:ext cx="0" cy="207261"/>
          </a:xfrm>
          <a:prstGeom prst="line">
            <a:avLst/>
          </a:prstGeom>
        </p:spPr>
        <p:style>
          <a:lnRef idx="2">
            <a:schemeClr val="accent5"/>
          </a:lnRef>
          <a:fillRef idx="0">
            <a:schemeClr val="accent5"/>
          </a:fillRef>
          <a:effectRef idx="1">
            <a:schemeClr val="accent5"/>
          </a:effectRef>
          <a:fontRef idx="minor">
            <a:schemeClr val="tx1"/>
          </a:fontRef>
        </p:style>
      </p:cxnSp>
      <p:sp>
        <p:nvSpPr>
          <p:cNvPr id="248" name="TextBox 247">
            <a:extLst>
              <a:ext uri="{FF2B5EF4-FFF2-40B4-BE49-F238E27FC236}">
                <a16:creationId xmlns:a16="http://schemas.microsoft.com/office/drawing/2014/main" id="{FB316FA4-BE40-AA54-FBB7-EDDB6E5A7595}"/>
              </a:ext>
            </a:extLst>
          </p:cNvPr>
          <p:cNvSpPr txBox="1"/>
          <p:nvPr/>
        </p:nvSpPr>
        <p:spPr>
          <a:xfrm flipH="1">
            <a:off x="6367173" y="3829463"/>
            <a:ext cx="2548669"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View Reviews</a:t>
            </a:r>
            <a:endParaRPr lang="en-IN" sz="1600" dirty="0">
              <a:latin typeface="Times New Roman" panose="02020603050405020304" pitchFamily="18" charset="0"/>
              <a:cs typeface="Times New Roman" panose="02020603050405020304" pitchFamily="18" charset="0"/>
            </a:endParaRPr>
          </a:p>
        </p:txBody>
      </p:sp>
      <p:sp>
        <p:nvSpPr>
          <p:cNvPr id="249" name="Rectangle 248">
            <a:extLst>
              <a:ext uri="{FF2B5EF4-FFF2-40B4-BE49-F238E27FC236}">
                <a16:creationId xmlns:a16="http://schemas.microsoft.com/office/drawing/2014/main" id="{B6C2279C-0C52-117A-A9C4-9854E9332BE3}"/>
              </a:ext>
            </a:extLst>
          </p:cNvPr>
          <p:cNvSpPr/>
          <p:nvPr/>
        </p:nvSpPr>
        <p:spPr>
          <a:xfrm>
            <a:off x="7971866" y="4189328"/>
            <a:ext cx="138950" cy="20165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cxnSp>
        <p:nvCxnSpPr>
          <p:cNvPr id="251" name="Straight Arrow Connector 250">
            <a:extLst>
              <a:ext uri="{FF2B5EF4-FFF2-40B4-BE49-F238E27FC236}">
                <a16:creationId xmlns:a16="http://schemas.microsoft.com/office/drawing/2014/main" id="{EFA9FBBC-3FE5-26FB-69C0-F923E57DAE07}"/>
              </a:ext>
            </a:extLst>
          </p:cNvPr>
          <p:cNvCxnSpPr>
            <a:cxnSpLocks/>
          </p:cNvCxnSpPr>
          <p:nvPr/>
        </p:nvCxnSpPr>
        <p:spPr>
          <a:xfrm flipH="1" flipV="1">
            <a:off x="6103621" y="4161389"/>
            <a:ext cx="1720775" cy="13257"/>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cxnSp>
        <p:nvCxnSpPr>
          <p:cNvPr id="257" name="Straight Connector 256">
            <a:extLst>
              <a:ext uri="{FF2B5EF4-FFF2-40B4-BE49-F238E27FC236}">
                <a16:creationId xmlns:a16="http://schemas.microsoft.com/office/drawing/2014/main" id="{230C3B86-87E0-4F8E-58D9-85BDF1BE9FD5}"/>
              </a:ext>
            </a:extLst>
          </p:cNvPr>
          <p:cNvCxnSpPr>
            <a:cxnSpLocks/>
            <a:stCxn id="249" idx="0"/>
          </p:cNvCxnSpPr>
          <p:nvPr/>
        </p:nvCxnSpPr>
        <p:spPr>
          <a:xfrm flipV="1">
            <a:off x="8041341" y="4042320"/>
            <a:ext cx="0" cy="147008"/>
          </a:xfrm>
          <a:prstGeom prst="line">
            <a:avLst/>
          </a:prstGeom>
        </p:spPr>
        <p:style>
          <a:lnRef idx="2">
            <a:schemeClr val="accent5"/>
          </a:lnRef>
          <a:fillRef idx="0">
            <a:schemeClr val="accent5"/>
          </a:fillRef>
          <a:effectRef idx="1">
            <a:schemeClr val="accent5"/>
          </a:effectRef>
          <a:fontRef idx="minor">
            <a:schemeClr val="tx1"/>
          </a:fontRef>
        </p:style>
      </p:cxnSp>
      <p:cxnSp>
        <p:nvCxnSpPr>
          <p:cNvPr id="261" name="Straight Connector 260">
            <a:extLst>
              <a:ext uri="{FF2B5EF4-FFF2-40B4-BE49-F238E27FC236}">
                <a16:creationId xmlns:a16="http://schemas.microsoft.com/office/drawing/2014/main" id="{E6E0D70D-7B04-2FBF-DEA6-CF25CE48CD35}"/>
              </a:ext>
            </a:extLst>
          </p:cNvPr>
          <p:cNvCxnSpPr>
            <a:cxnSpLocks/>
          </p:cNvCxnSpPr>
          <p:nvPr/>
        </p:nvCxnSpPr>
        <p:spPr>
          <a:xfrm flipH="1" flipV="1">
            <a:off x="8041341" y="4482353"/>
            <a:ext cx="6724" cy="214100"/>
          </a:xfrm>
          <a:prstGeom prst="line">
            <a:avLst/>
          </a:prstGeom>
        </p:spPr>
        <p:style>
          <a:lnRef idx="2">
            <a:schemeClr val="accent5"/>
          </a:lnRef>
          <a:fillRef idx="0">
            <a:schemeClr val="accent5"/>
          </a:fillRef>
          <a:effectRef idx="1">
            <a:schemeClr val="accent5"/>
          </a:effectRef>
          <a:fontRef idx="minor">
            <a:schemeClr val="tx1"/>
          </a:fontRef>
        </p:style>
      </p:cxnSp>
      <p:cxnSp>
        <p:nvCxnSpPr>
          <p:cNvPr id="264" name="Straight Arrow Connector 263">
            <a:extLst>
              <a:ext uri="{FF2B5EF4-FFF2-40B4-BE49-F238E27FC236}">
                <a16:creationId xmlns:a16="http://schemas.microsoft.com/office/drawing/2014/main" id="{51FF096D-7F2D-003F-075F-4B6EA1B05CA5}"/>
              </a:ext>
            </a:extLst>
          </p:cNvPr>
          <p:cNvCxnSpPr>
            <a:cxnSpLocks/>
          </p:cNvCxnSpPr>
          <p:nvPr/>
        </p:nvCxnSpPr>
        <p:spPr>
          <a:xfrm flipH="1">
            <a:off x="6161884" y="6418729"/>
            <a:ext cx="1753951" cy="0"/>
          </a:xfrm>
          <a:prstGeom prst="straightConnector1">
            <a:avLst/>
          </a:prstGeom>
          <a:ln>
            <a:tailEnd type="triangle"/>
          </a:ln>
        </p:spPr>
        <p:style>
          <a:lnRef idx="2">
            <a:schemeClr val="accent5"/>
          </a:lnRef>
          <a:fillRef idx="0">
            <a:schemeClr val="accent5"/>
          </a:fillRef>
          <a:effectRef idx="1">
            <a:schemeClr val="accent5"/>
          </a:effectRef>
          <a:fontRef idx="minor">
            <a:schemeClr val="tx1"/>
          </a:fontRef>
        </p:style>
      </p:cxnSp>
      <p:sp>
        <p:nvSpPr>
          <p:cNvPr id="269" name="Rectangle 268">
            <a:extLst>
              <a:ext uri="{FF2B5EF4-FFF2-40B4-BE49-F238E27FC236}">
                <a16:creationId xmlns:a16="http://schemas.microsoft.com/office/drawing/2014/main" id="{00032F57-A3F4-D456-1EF2-807B5D3FA805}"/>
              </a:ext>
            </a:extLst>
          </p:cNvPr>
          <p:cNvSpPr/>
          <p:nvPr/>
        </p:nvSpPr>
        <p:spPr>
          <a:xfrm>
            <a:off x="7971865" y="6365830"/>
            <a:ext cx="138951" cy="244387"/>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dirty="0"/>
          </a:p>
        </p:txBody>
      </p:sp>
      <p:sp>
        <p:nvSpPr>
          <p:cNvPr id="271" name="TextBox 270">
            <a:extLst>
              <a:ext uri="{FF2B5EF4-FFF2-40B4-BE49-F238E27FC236}">
                <a16:creationId xmlns:a16="http://schemas.microsoft.com/office/drawing/2014/main" id="{1403739A-12CF-9E59-996A-405297C31D09}"/>
              </a:ext>
            </a:extLst>
          </p:cNvPr>
          <p:cNvSpPr txBox="1"/>
          <p:nvPr/>
        </p:nvSpPr>
        <p:spPr>
          <a:xfrm flipH="1">
            <a:off x="6503892" y="6065469"/>
            <a:ext cx="1708232" cy="338554"/>
          </a:xfrm>
          <a:prstGeom prst="rect">
            <a:avLst/>
          </a:prstGeom>
          <a:noFill/>
        </p:spPr>
        <p:txBody>
          <a:bodyPr wrap="square" rtlCol="0">
            <a:spAutoFit/>
          </a:bodyPr>
          <a:lstStyle/>
          <a:p>
            <a:r>
              <a:rPr lang="en-US" sz="1600" dirty="0">
                <a:latin typeface="Times New Roman" panose="02020603050405020304" pitchFamily="18" charset="0"/>
                <a:cs typeface="Times New Roman" panose="02020603050405020304" pitchFamily="18" charset="0"/>
              </a:rPr>
              <a:t>Log out</a:t>
            </a:r>
            <a:endParaRPr lang="en-IN" sz="1600" dirty="0">
              <a:latin typeface="Times New Roman" panose="02020603050405020304" pitchFamily="18" charset="0"/>
              <a:cs typeface="Times New Roman" panose="02020603050405020304" pitchFamily="18" charset="0"/>
            </a:endParaRPr>
          </a:p>
        </p:txBody>
      </p:sp>
      <p:cxnSp>
        <p:nvCxnSpPr>
          <p:cNvPr id="273" name="Straight Connector 272">
            <a:extLst>
              <a:ext uri="{FF2B5EF4-FFF2-40B4-BE49-F238E27FC236}">
                <a16:creationId xmlns:a16="http://schemas.microsoft.com/office/drawing/2014/main" id="{A452FD6E-0494-2AD6-BF8C-A79F51C0A19B}"/>
              </a:ext>
            </a:extLst>
          </p:cNvPr>
          <p:cNvCxnSpPr>
            <a:cxnSpLocks/>
          </p:cNvCxnSpPr>
          <p:nvPr/>
        </p:nvCxnSpPr>
        <p:spPr>
          <a:xfrm>
            <a:off x="8048065" y="5620861"/>
            <a:ext cx="0" cy="211334"/>
          </a:xfrm>
          <a:prstGeom prst="line">
            <a:avLst/>
          </a:prstGeom>
        </p:spPr>
        <p:style>
          <a:lnRef idx="2">
            <a:schemeClr val="accent5"/>
          </a:lnRef>
          <a:fillRef idx="0">
            <a:schemeClr val="accent5"/>
          </a:fillRef>
          <a:effectRef idx="1">
            <a:schemeClr val="accent5"/>
          </a:effectRef>
          <a:fontRef idx="minor">
            <a:schemeClr val="tx1"/>
          </a:fontRef>
        </p:style>
      </p:cxnSp>
      <p:cxnSp>
        <p:nvCxnSpPr>
          <p:cNvPr id="276" name="Straight Connector 275">
            <a:extLst>
              <a:ext uri="{FF2B5EF4-FFF2-40B4-BE49-F238E27FC236}">
                <a16:creationId xmlns:a16="http://schemas.microsoft.com/office/drawing/2014/main" id="{99F970A8-3BCC-D4DE-DD80-7B48E903C31D}"/>
              </a:ext>
            </a:extLst>
          </p:cNvPr>
          <p:cNvCxnSpPr>
            <a:cxnSpLocks/>
          </p:cNvCxnSpPr>
          <p:nvPr/>
        </p:nvCxnSpPr>
        <p:spPr>
          <a:xfrm flipV="1">
            <a:off x="8048065" y="6050763"/>
            <a:ext cx="0" cy="315067"/>
          </a:xfrm>
          <a:prstGeom prst="line">
            <a:avLst/>
          </a:prstGeom>
        </p:spPr>
        <p:style>
          <a:lnRef idx="2">
            <a:schemeClr val="accent5"/>
          </a:lnRef>
          <a:fillRef idx="0">
            <a:schemeClr val="accent5"/>
          </a:fillRef>
          <a:effectRef idx="1">
            <a:schemeClr val="accent5"/>
          </a:effectRef>
          <a:fontRef idx="minor">
            <a:schemeClr val="tx1"/>
          </a:fontRef>
        </p:style>
      </p:cxnSp>
      <p:cxnSp>
        <p:nvCxnSpPr>
          <p:cNvPr id="280" name="Straight Connector 279">
            <a:extLst>
              <a:ext uri="{FF2B5EF4-FFF2-40B4-BE49-F238E27FC236}">
                <a16:creationId xmlns:a16="http://schemas.microsoft.com/office/drawing/2014/main" id="{C951A6C1-5C36-902A-EC53-05D064E74229}"/>
              </a:ext>
            </a:extLst>
          </p:cNvPr>
          <p:cNvCxnSpPr>
            <a:cxnSpLocks/>
          </p:cNvCxnSpPr>
          <p:nvPr/>
        </p:nvCxnSpPr>
        <p:spPr>
          <a:xfrm>
            <a:off x="8041340" y="4832621"/>
            <a:ext cx="6725" cy="406278"/>
          </a:xfrm>
          <a:prstGeom prst="line">
            <a:avLst/>
          </a:prstGeom>
        </p:spPr>
        <p:style>
          <a:lnRef idx="2">
            <a:schemeClr val="accent5"/>
          </a:lnRef>
          <a:fillRef idx="0">
            <a:schemeClr val="accent5"/>
          </a:fillRef>
          <a:effectRef idx="1">
            <a:schemeClr val="accent5"/>
          </a:effectRef>
          <a:fontRef idx="minor">
            <a:schemeClr val="tx1"/>
          </a:fontRef>
        </p:style>
      </p:cxnSp>
      <p:cxnSp>
        <p:nvCxnSpPr>
          <p:cNvPr id="285" name="Straight Connector 284">
            <a:extLst>
              <a:ext uri="{FF2B5EF4-FFF2-40B4-BE49-F238E27FC236}">
                <a16:creationId xmlns:a16="http://schemas.microsoft.com/office/drawing/2014/main" id="{49BB60C4-EAC1-5D3D-35AE-81496DCC9ED9}"/>
              </a:ext>
            </a:extLst>
          </p:cNvPr>
          <p:cNvCxnSpPr>
            <a:cxnSpLocks/>
          </p:cNvCxnSpPr>
          <p:nvPr/>
        </p:nvCxnSpPr>
        <p:spPr>
          <a:xfrm flipH="1" flipV="1">
            <a:off x="8041340" y="6610217"/>
            <a:ext cx="1" cy="247783"/>
          </a:xfrm>
          <a:prstGeom prst="line">
            <a:avLst/>
          </a:prstGeom>
        </p:spPr>
        <p:style>
          <a:lnRef idx="2">
            <a:schemeClr val="accent5"/>
          </a:lnRef>
          <a:fillRef idx="0">
            <a:schemeClr val="accent5"/>
          </a:fillRef>
          <a:effectRef idx="1">
            <a:schemeClr val="accent5"/>
          </a:effectRef>
          <a:fontRef idx="minor">
            <a:schemeClr val="tx1"/>
          </a:fontRef>
        </p:style>
      </p:cxnSp>
      <p:cxnSp>
        <p:nvCxnSpPr>
          <p:cNvPr id="17" name="Straight Connector 16">
            <a:extLst>
              <a:ext uri="{FF2B5EF4-FFF2-40B4-BE49-F238E27FC236}">
                <a16:creationId xmlns:a16="http://schemas.microsoft.com/office/drawing/2014/main" id="{8EB7E4EB-1FAA-C703-7B2A-41A1BBF00001}"/>
              </a:ext>
            </a:extLst>
          </p:cNvPr>
          <p:cNvCxnSpPr>
            <a:cxnSpLocks/>
          </p:cNvCxnSpPr>
          <p:nvPr/>
        </p:nvCxnSpPr>
        <p:spPr>
          <a:xfrm>
            <a:off x="6026521" y="2637728"/>
            <a:ext cx="0" cy="257871"/>
          </a:xfrm>
          <a:prstGeom prst="line">
            <a:avLst/>
          </a:prstGeom>
        </p:spPr>
        <p:style>
          <a:lnRef idx="2">
            <a:schemeClr val="accent5"/>
          </a:lnRef>
          <a:fillRef idx="0">
            <a:schemeClr val="accent5"/>
          </a:fillRef>
          <a:effectRef idx="1">
            <a:schemeClr val="accent5"/>
          </a:effectRef>
          <a:fontRef idx="minor">
            <a:schemeClr val="tx1"/>
          </a:fontRef>
        </p:style>
      </p:cxnSp>
      <p:sp>
        <p:nvSpPr>
          <p:cNvPr id="22" name="Rectangle 21">
            <a:extLst>
              <a:ext uri="{FF2B5EF4-FFF2-40B4-BE49-F238E27FC236}">
                <a16:creationId xmlns:a16="http://schemas.microsoft.com/office/drawing/2014/main" id="{0FCDDBFA-4C8B-7388-6556-2A7E52FEE1B9}"/>
              </a:ext>
            </a:extLst>
          </p:cNvPr>
          <p:cNvSpPr/>
          <p:nvPr/>
        </p:nvSpPr>
        <p:spPr>
          <a:xfrm>
            <a:off x="5948991" y="4115670"/>
            <a:ext cx="154630" cy="58976"/>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cxnSp>
        <p:nvCxnSpPr>
          <p:cNvPr id="26" name="Straight Connector 25">
            <a:extLst>
              <a:ext uri="{FF2B5EF4-FFF2-40B4-BE49-F238E27FC236}">
                <a16:creationId xmlns:a16="http://schemas.microsoft.com/office/drawing/2014/main" id="{FE51AB8E-AE04-66E6-3A26-EA2F9D1146B3}"/>
              </a:ext>
            </a:extLst>
          </p:cNvPr>
          <p:cNvCxnSpPr>
            <a:cxnSpLocks/>
          </p:cNvCxnSpPr>
          <p:nvPr/>
        </p:nvCxnSpPr>
        <p:spPr>
          <a:xfrm flipH="1" flipV="1">
            <a:off x="6025662" y="3141785"/>
            <a:ext cx="859" cy="294300"/>
          </a:xfrm>
          <a:prstGeom prst="line">
            <a:avLst/>
          </a:prstGeom>
        </p:spPr>
        <p:style>
          <a:lnRef idx="2">
            <a:schemeClr val="accent5"/>
          </a:lnRef>
          <a:fillRef idx="0">
            <a:schemeClr val="accent5"/>
          </a:fillRef>
          <a:effectRef idx="1">
            <a:schemeClr val="accent5"/>
          </a:effectRef>
          <a:fontRef idx="minor">
            <a:schemeClr val="tx1"/>
          </a:fontRef>
        </p:style>
      </p:cxnSp>
      <p:cxnSp>
        <p:nvCxnSpPr>
          <p:cNvPr id="30" name="Straight Connector 29">
            <a:extLst>
              <a:ext uri="{FF2B5EF4-FFF2-40B4-BE49-F238E27FC236}">
                <a16:creationId xmlns:a16="http://schemas.microsoft.com/office/drawing/2014/main" id="{1D50A7C8-6932-7CFA-0184-AD226ADEC21D}"/>
              </a:ext>
            </a:extLst>
          </p:cNvPr>
          <p:cNvCxnSpPr>
            <a:cxnSpLocks/>
            <a:stCxn id="198" idx="0"/>
          </p:cNvCxnSpPr>
          <p:nvPr/>
        </p:nvCxnSpPr>
        <p:spPr>
          <a:xfrm flipH="1" flipV="1">
            <a:off x="6017846" y="4525108"/>
            <a:ext cx="4868" cy="171345"/>
          </a:xfrm>
          <a:prstGeom prst="line">
            <a:avLst/>
          </a:prstGeom>
        </p:spPr>
        <p:style>
          <a:lnRef idx="2">
            <a:schemeClr val="accent5"/>
          </a:lnRef>
          <a:fillRef idx="0">
            <a:schemeClr val="accent5"/>
          </a:fillRef>
          <a:effectRef idx="1">
            <a:schemeClr val="accent5"/>
          </a:effectRef>
          <a:fontRef idx="minor">
            <a:schemeClr val="tx1"/>
          </a:fontRef>
        </p:style>
      </p:cxnSp>
      <p:cxnSp>
        <p:nvCxnSpPr>
          <p:cNvPr id="39" name="Straight Connector 38">
            <a:extLst>
              <a:ext uri="{FF2B5EF4-FFF2-40B4-BE49-F238E27FC236}">
                <a16:creationId xmlns:a16="http://schemas.microsoft.com/office/drawing/2014/main" id="{511C228A-68F5-6A0E-8456-15073728B388}"/>
              </a:ext>
            </a:extLst>
          </p:cNvPr>
          <p:cNvCxnSpPr>
            <a:stCxn id="198" idx="2"/>
            <a:endCxn id="199" idx="0"/>
          </p:cNvCxnSpPr>
          <p:nvPr/>
        </p:nvCxnSpPr>
        <p:spPr>
          <a:xfrm>
            <a:off x="6022714" y="4921163"/>
            <a:ext cx="1" cy="248493"/>
          </a:xfrm>
          <a:prstGeom prst="line">
            <a:avLst/>
          </a:prstGeom>
        </p:spPr>
        <p:style>
          <a:lnRef idx="2">
            <a:schemeClr val="accent5"/>
          </a:lnRef>
          <a:fillRef idx="0">
            <a:schemeClr val="accent5"/>
          </a:fillRef>
          <a:effectRef idx="1">
            <a:schemeClr val="accent5"/>
          </a:effectRef>
          <a:fontRef idx="minor">
            <a:schemeClr val="tx1"/>
          </a:fontRef>
        </p:style>
      </p:cxnSp>
      <p:cxnSp>
        <p:nvCxnSpPr>
          <p:cNvPr id="41" name="Straight Connector 40">
            <a:extLst>
              <a:ext uri="{FF2B5EF4-FFF2-40B4-BE49-F238E27FC236}">
                <a16:creationId xmlns:a16="http://schemas.microsoft.com/office/drawing/2014/main" id="{55691875-FE9E-0E40-3026-AF14157B358A}"/>
              </a:ext>
            </a:extLst>
          </p:cNvPr>
          <p:cNvCxnSpPr>
            <a:endCxn id="200" idx="0"/>
          </p:cNvCxnSpPr>
          <p:nvPr/>
        </p:nvCxnSpPr>
        <p:spPr>
          <a:xfrm flipH="1">
            <a:off x="6018220" y="5451135"/>
            <a:ext cx="7442" cy="169726"/>
          </a:xfrm>
          <a:prstGeom prst="line">
            <a:avLst/>
          </a:prstGeom>
        </p:spPr>
        <p:style>
          <a:lnRef idx="2">
            <a:schemeClr val="accent5"/>
          </a:lnRef>
          <a:fillRef idx="0">
            <a:schemeClr val="accent5"/>
          </a:fillRef>
          <a:effectRef idx="1">
            <a:schemeClr val="accent5"/>
          </a:effectRef>
          <a:fontRef idx="minor">
            <a:schemeClr val="tx1"/>
          </a:fontRef>
        </p:style>
      </p:cxnSp>
      <p:cxnSp>
        <p:nvCxnSpPr>
          <p:cNvPr id="44" name="Straight Connector 43">
            <a:extLst>
              <a:ext uri="{FF2B5EF4-FFF2-40B4-BE49-F238E27FC236}">
                <a16:creationId xmlns:a16="http://schemas.microsoft.com/office/drawing/2014/main" id="{4ACEB5AA-7426-A6F0-C66B-E2D2A18D733D}"/>
              </a:ext>
            </a:extLst>
          </p:cNvPr>
          <p:cNvCxnSpPr>
            <a:endCxn id="201" idx="0"/>
          </p:cNvCxnSpPr>
          <p:nvPr/>
        </p:nvCxnSpPr>
        <p:spPr>
          <a:xfrm>
            <a:off x="6025662" y="5916706"/>
            <a:ext cx="4456" cy="251012"/>
          </a:xfrm>
          <a:prstGeom prst="line">
            <a:avLst/>
          </a:prstGeom>
        </p:spPr>
        <p:style>
          <a:lnRef idx="2">
            <a:schemeClr val="accent5"/>
          </a:lnRef>
          <a:fillRef idx="0">
            <a:schemeClr val="accent5"/>
          </a:fillRef>
          <a:effectRef idx="1">
            <a:schemeClr val="accent5"/>
          </a:effectRef>
          <a:fontRef idx="minor">
            <a:schemeClr val="tx1"/>
          </a:fontRef>
        </p:style>
      </p:cxnSp>
    </p:spTree>
    <p:extLst>
      <p:ext uri="{BB962C8B-B14F-4D97-AF65-F5344CB8AC3E}">
        <p14:creationId xmlns:p14="http://schemas.microsoft.com/office/powerpoint/2010/main" val="353160356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039761" y="610104"/>
            <a:ext cx="3950319" cy="528034"/>
          </a:xfrm>
        </p:spPr>
        <p:txBody>
          <a:bodyPr>
            <a:noAutofit/>
          </a:bodyPr>
          <a:lstStyle/>
          <a:p>
            <a:pPr algn="ctr"/>
            <a:r>
              <a:rPr lang="en-US" sz="3400" b="1" dirty="0">
                <a:solidFill>
                  <a:srgbClr val="FF0000"/>
                </a:solidFill>
                <a:latin typeface="Times New Roman" panose="02020603050405020304" pitchFamily="18" charset="0"/>
                <a:cs typeface="Times New Roman" panose="02020603050405020304" pitchFamily="18" charset="0"/>
              </a:rPr>
              <a:t>Class Diagram</a:t>
            </a:r>
          </a:p>
        </p:txBody>
      </p:sp>
      <p:sp>
        <p:nvSpPr>
          <p:cNvPr id="5" name="Content Placeholder 2"/>
          <p:cNvSpPr>
            <a:spLocks noGrp="1"/>
          </p:cNvSpPr>
          <p:nvPr>
            <p:ph idx="1"/>
          </p:nvPr>
        </p:nvSpPr>
        <p:spPr>
          <a:xfrm>
            <a:off x="172222" y="1635743"/>
            <a:ext cx="10648178" cy="2112135"/>
          </a:xfrm>
        </p:spPr>
        <p:txBody>
          <a:bodyPr>
            <a:noAutofit/>
          </a:bodyPr>
          <a:lstStyle/>
          <a:p>
            <a:pPr algn="just">
              <a:lnSpc>
                <a:spcPct val="150000"/>
              </a:lnSpc>
              <a:buFont typeface="Wingdings" panose="05000000000000000000" pitchFamily="2" charset="2"/>
              <a:buChar char="Ø"/>
            </a:pPr>
            <a:r>
              <a:rPr lang="en-US" sz="2400" dirty="0">
                <a:latin typeface="Times New Roman" pitchFamily="18" charset="0"/>
                <a:cs typeface="Times New Roman" pitchFamily="18" charset="0"/>
              </a:rPr>
              <a:t>In software engineering, a class diagram in the Unified Modeling Language (UML) is a type of static structure diagram that describes the structure of a system by showing the system's classes, their attributes, operations (or methods), and the relationships among the classes. It explains which class contains information.</a:t>
            </a:r>
          </a:p>
        </p:txBody>
      </p:sp>
    </p:spTree>
    <p:extLst>
      <p:ext uri="{BB962C8B-B14F-4D97-AF65-F5344CB8AC3E}">
        <p14:creationId xmlns:p14="http://schemas.microsoft.com/office/powerpoint/2010/main" val="18378059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E7B2D47-A461-A4F1-CAF7-B0EE89B2D9CE}"/>
              </a:ext>
            </a:extLst>
          </p:cNvPr>
          <p:cNvSpPr/>
          <p:nvPr/>
        </p:nvSpPr>
        <p:spPr>
          <a:xfrm>
            <a:off x="213359" y="437190"/>
            <a:ext cx="2915920" cy="3319751"/>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4" name="Rectangle 3">
            <a:extLst>
              <a:ext uri="{FF2B5EF4-FFF2-40B4-BE49-F238E27FC236}">
                <a16:creationId xmlns:a16="http://schemas.microsoft.com/office/drawing/2014/main" id="{7E5EF1C6-720F-1495-857F-2A3D68FAB838}"/>
              </a:ext>
            </a:extLst>
          </p:cNvPr>
          <p:cNvSpPr/>
          <p:nvPr/>
        </p:nvSpPr>
        <p:spPr>
          <a:xfrm>
            <a:off x="7782560" y="401843"/>
            <a:ext cx="2844800" cy="308002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95BD257B-1500-6F07-C487-8A28AD3125B2}"/>
              </a:ext>
            </a:extLst>
          </p:cNvPr>
          <p:cNvSpPr/>
          <p:nvPr/>
        </p:nvSpPr>
        <p:spPr>
          <a:xfrm>
            <a:off x="3926843" y="4196157"/>
            <a:ext cx="2814319" cy="2371495"/>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0657220E-6372-7D89-B250-B6D0B023ACA8}"/>
              </a:ext>
            </a:extLst>
          </p:cNvPr>
          <p:cNvSpPr txBox="1"/>
          <p:nvPr/>
        </p:nvSpPr>
        <p:spPr>
          <a:xfrm flipH="1">
            <a:off x="4714689" y="4226409"/>
            <a:ext cx="1628139"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Movie</a:t>
            </a:r>
          </a:p>
        </p:txBody>
      </p:sp>
      <p:cxnSp>
        <p:nvCxnSpPr>
          <p:cNvPr id="9" name="Straight Connector 8">
            <a:extLst>
              <a:ext uri="{FF2B5EF4-FFF2-40B4-BE49-F238E27FC236}">
                <a16:creationId xmlns:a16="http://schemas.microsoft.com/office/drawing/2014/main" id="{48F81AFF-D011-B06E-A1E6-40D3AACF1E01}"/>
              </a:ext>
            </a:extLst>
          </p:cNvPr>
          <p:cNvCxnSpPr>
            <a:cxnSpLocks/>
          </p:cNvCxnSpPr>
          <p:nvPr/>
        </p:nvCxnSpPr>
        <p:spPr>
          <a:xfrm flipH="1">
            <a:off x="3926843" y="4595741"/>
            <a:ext cx="2844800" cy="0"/>
          </a:xfrm>
          <a:prstGeom prst="line">
            <a:avLst/>
          </a:prstGeom>
        </p:spPr>
        <p:style>
          <a:lnRef idx="2">
            <a:schemeClr val="dk1"/>
          </a:lnRef>
          <a:fillRef idx="0">
            <a:schemeClr val="dk1"/>
          </a:fillRef>
          <a:effectRef idx="1">
            <a:schemeClr val="dk1"/>
          </a:effectRef>
          <a:fontRef idx="minor">
            <a:schemeClr val="tx1"/>
          </a:fontRef>
        </p:style>
      </p:cxnSp>
      <p:sp>
        <p:nvSpPr>
          <p:cNvPr id="21" name="TextBox 20">
            <a:extLst>
              <a:ext uri="{FF2B5EF4-FFF2-40B4-BE49-F238E27FC236}">
                <a16:creationId xmlns:a16="http://schemas.microsoft.com/office/drawing/2014/main" id="{832C892E-0960-D4B9-5DD0-F52A1843C0FA}"/>
              </a:ext>
            </a:extLst>
          </p:cNvPr>
          <p:cNvSpPr txBox="1"/>
          <p:nvPr/>
        </p:nvSpPr>
        <p:spPr>
          <a:xfrm flipH="1">
            <a:off x="1285239" y="436880"/>
            <a:ext cx="1935481"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User</a:t>
            </a:r>
          </a:p>
        </p:txBody>
      </p:sp>
      <p:cxnSp>
        <p:nvCxnSpPr>
          <p:cNvPr id="23" name="Straight Connector 22">
            <a:extLst>
              <a:ext uri="{FF2B5EF4-FFF2-40B4-BE49-F238E27FC236}">
                <a16:creationId xmlns:a16="http://schemas.microsoft.com/office/drawing/2014/main" id="{6E5E27FE-B7AC-E7CA-9E49-4DF562AD5502}"/>
              </a:ext>
            </a:extLst>
          </p:cNvPr>
          <p:cNvCxnSpPr>
            <a:cxnSpLocks/>
          </p:cNvCxnSpPr>
          <p:nvPr/>
        </p:nvCxnSpPr>
        <p:spPr>
          <a:xfrm>
            <a:off x="213360" y="775434"/>
            <a:ext cx="2915920" cy="0"/>
          </a:xfrm>
          <a:prstGeom prst="line">
            <a:avLst/>
          </a:prstGeom>
        </p:spPr>
        <p:style>
          <a:lnRef idx="2">
            <a:schemeClr val="dk1"/>
          </a:lnRef>
          <a:fillRef idx="0">
            <a:schemeClr val="dk1"/>
          </a:fillRef>
          <a:effectRef idx="1">
            <a:schemeClr val="dk1"/>
          </a:effectRef>
          <a:fontRef idx="minor">
            <a:schemeClr val="tx1"/>
          </a:fontRef>
        </p:style>
      </p:cxnSp>
      <p:cxnSp>
        <p:nvCxnSpPr>
          <p:cNvPr id="27" name="Straight Connector 26">
            <a:extLst>
              <a:ext uri="{FF2B5EF4-FFF2-40B4-BE49-F238E27FC236}">
                <a16:creationId xmlns:a16="http://schemas.microsoft.com/office/drawing/2014/main" id="{C3DD1C71-BD43-8F8C-118F-D48A16AF4C0A}"/>
              </a:ext>
            </a:extLst>
          </p:cNvPr>
          <p:cNvCxnSpPr/>
          <p:nvPr/>
        </p:nvCxnSpPr>
        <p:spPr>
          <a:xfrm>
            <a:off x="7782560" y="775434"/>
            <a:ext cx="2844800" cy="0"/>
          </a:xfrm>
          <a:prstGeom prst="line">
            <a:avLst/>
          </a:prstGeom>
        </p:spPr>
        <p:style>
          <a:lnRef idx="2">
            <a:schemeClr val="dk1"/>
          </a:lnRef>
          <a:fillRef idx="0">
            <a:schemeClr val="dk1"/>
          </a:fillRef>
          <a:effectRef idx="1">
            <a:schemeClr val="dk1"/>
          </a:effectRef>
          <a:fontRef idx="minor">
            <a:schemeClr val="tx1"/>
          </a:fontRef>
        </p:style>
      </p:cxnSp>
      <p:sp>
        <p:nvSpPr>
          <p:cNvPr id="28" name="TextBox 27">
            <a:extLst>
              <a:ext uri="{FF2B5EF4-FFF2-40B4-BE49-F238E27FC236}">
                <a16:creationId xmlns:a16="http://schemas.microsoft.com/office/drawing/2014/main" id="{44FD3C60-539C-44BB-C1D1-EF6C3A111A59}"/>
              </a:ext>
            </a:extLst>
          </p:cNvPr>
          <p:cNvSpPr txBox="1"/>
          <p:nvPr/>
        </p:nvSpPr>
        <p:spPr>
          <a:xfrm flipH="1">
            <a:off x="8834119" y="409674"/>
            <a:ext cx="1529081" cy="369332"/>
          </a:xfrm>
          <a:prstGeom prst="rect">
            <a:avLst/>
          </a:prstGeom>
          <a:noFill/>
        </p:spPr>
        <p:txBody>
          <a:bodyPr wrap="square" rtlCol="0">
            <a:spAutoFit/>
          </a:bodyPr>
          <a:lstStyle/>
          <a:p>
            <a:r>
              <a:rPr lang="en-IN" b="1" dirty="0">
                <a:latin typeface="Times New Roman" panose="02020603050405020304" pitchFamily="18" charset="0"/>
                <a:cs typeface="Times New Roman" panose="02020603050405020304" pitchFamily="18" charset="0"/>
              </a:rPr>
              <a:t>Admin</a:t>
            </a:r>
          </a:p>
        </p:txBody>
      </p:sp>
      <p:cxnSp>
        <p:nvCxnSpPr>
          <p:cNvPr id="45" name="Straight Connector 44">
            <a:extLst>
              <a:ext uri="{FF2B5EF4-FFF2-40B4-BE49-F238E27FC236}">
                <a16:creationId xmlns:a16="http://schemas.microsoft.com/office/drawing/2014/main" id="{6D3F4507-437A-8395-F31D-D9B6F8CA9CFC}"/>
              </a:ext>
            </a:extLst>
          </p:cNvPr>
          <p:cNvCxnSpPr>
            <a:cxnSpLocks/>
            <a:endCxn id="6" idx="1"/>
          </p:cNvCxnSpPr>
          <p:nvPr/>
        </p:nvCxnSpPr>
        <p:spPr>
          <a:xfrm>
            <a:off x="786661" y="5381904"/>
            <a:ext cx="3140182" cy="1"/>
          </a:xfrm>
          <a:prstGeom prst="line">
            <a:avLst/>
          </a:prstGeom>
        </p:spPr>
        <p:style>
          <a:lnRef idx="2">
            <a:schemeClr val="dk1"/>
          </a:lnRef>
          <a:fillRef idx="0">
            <a:schemeClr val="dk1"/>
          </a:fillRef>
          <a:effectRef idx="1">
            <a:schemeClr val="dk1"/>
          </a:effectRef>
          <a:fontRef idx="minor">
            <a:schemeClr val="tx1"/>
          </a:fontRef>
        </p:style>
      </p:cxnSp>
      <p:cxnSp>
        <p:nvCxnSpPr>
          <p:cNvPr id="49" name="Straight Arrow Connector 48">
            <a:extLst>
              <a:ext uri="{FF2B5EF4-FFF2-40B4-BE49-F238E27FC236}">
                <a16:creationId xmlns:a16="http://schemas.microsoft.com/office/drawing/2014/main" id="{7B9D2B41-A8FF-856F-4A1D-260F1839D8D4}"/>
              </a:ext>
            </a:extLst>
          </p:cNvPr>
          <p:cNvCxnSpPr>
            <a:cxnSpLocks/>
          </p:cNvCxnSpPr>
          <p:nvPr/>
        </p:nvCxnSpPr>
        <p:spPr>
          <a:xfrm flipV="1">
            <a:off x="786661" y="3756941"/>
            <a:ext cx="15239" cy="1612926"/>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cxnSp>
        <p:nvCxnSpPr>
          <p:cNvPr id="51" name="Straight Connector 50">
            <a:extLst>
              <a:ext uri="{FF2B5EF4-FFF2-40B4-BE49-F238E27FC236}">
                <a16:creationId xmlns:a16="http://schemas.microsoft.com/office/drawing/2014/main" id="{CAC02146-9204-275F-2102-6E9552B7E514}"/>
              </a:ext>
            </a:extLst>
          </p:cNvPr>
          <p:cNvCxnSpPr>
            <a:cxnSpLocks/>
            <a:stCxn id="6" idx="3"/>
          </p:cNvCxnSpPr>
          <p:nvPr/>
        </p:nvCxnSpPr>
        <p:spPr>
          <a:xfrm flipV="1">
            <a:off x="6741162" y="5381904"/>
            <a:ext cx="2352037" cy="1"/>
          </a:xfrm>
          <a:prstGeom prst="line">
            <a:avLst/>
          </a:prstGeom>
        </p:spPr>
        <p:style>
          <a:lnRef idx="2">
            <a:schemeClr val="dk1"/>
          </a:lnRef>
          <a:fillRef idx="0">
            <a:schemeClr val="dk1"/>
          </a:fillRef>
          <a:effectRef idx="1">
            <a:schemeClr val="dk1"/>
          </a:effectRef>
          <a:fontRef idx="minor">
            <a:schemeClr val="tx1"/>
          </a:fontRef>
        </p:style>
      </p:cxnSp>
      <p:cxnSp>
        <p:nvCxnSpPr>
          <p:cNvPr id="55" name="Straight Arrow Connector 54">
            <a:extLst>
              <a:ext uri="{FF2B5EF4-FFF2-40B4-BE49-F238E27FC236}">
                <a16:creationId xmlns:a16="http://schemas.microsoft.com/office/drawing/2014/main" id="{7F3B2CE4-8405-19C6-5F00-D96D3852B708}"/>
              </a:ext>
            </a:extLst>
          </p:cNvPr>
          <p:cNvCxnSpPr>
            <a:cxnSpLocks/>
          </p:cNvCxnSpPr>
          <p:nvPr/>
        </p:nvCxnSpPr>
        <p:spPr>
          <a:xfrm flipV="1">
            <a:off x="9093199" y="3494370"/>
            <a:ext cx="6574" cy="1887534"/>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58" name="TextBox 57">
            <a:extLst>
              <a:ext uri="{FF2B5EF4-FFF2-40B4-BE49-F238E27FC236}">
                <a16:creationId xmlns:a16="http://schemas.microsoft.com/office/drawing/2014/main" id="{215C3B43-5633-D3EB-1506-C38E68715168}"/>
              </a:ext>
            </a:extLst>
          </p:cNvPr>
          <p:cNvSpPr txBox="1"/>
          <p:nvPr/>
        </p:nvSpPr>
        <p:spPr>
          <a:xfrm flipH="1">
            <a:off x="907754" y="709953"/>
            <a:ext cx="2316481" cy="3046988"/>
          </a:xfrm>
          <a:prstGeom prst="rect">
            <a:avLst/>
          </a:prstGeom>
          <a:noFill/>
        </p:spPr>
        <p:txBody>
          <a:bodyPr wrap="square" rtlCol="0">
            <a:spAutoFit/>
          </a:bodyPr>
          <a:lstStyle/>
          <a:p>
            <a:r>
              <a:rPr lang="en-IN" sz="1600" dirty="0" err="1">
                <a:latin typeface="Times New Roman" panose="02020603050405020304" pitchFamily="18" charset="0"/>
                <a:cs typeface="Times New Roman" panose="02020603050405020304" pitchFamily="18" charset="0"/>
              </a:rPr>
              <a:t>User_Id</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User_password</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User_dob</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User_Name</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User_address</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Login()</a:t>
            </a:r>
          </a:p>
          <a:p>
            <a:r>
              <a:rPr lang="en-IN" sz="1600" dirty="0">
                <a:latin typeface="Times New Roman" panose="02020603050405020304" pitchFamily="18" charset="0"/>
                <a:cs typeface="Times New Roman" panose="02020603050405020304" pitchFamily="18" charset="0"/>
              </a:rPr>
              <a:t>Registration()</a:t>
            </a:r>
          </a:p>
          <a:p>
            <a:r>
              <a:rPr lang="en-IN" sz="1600" dirty="0">
                <a:latin typeface="Times New Roman" panose="02020603050405020304" pitchFamily="18" charset="0"/>
                <a:cs typeface="Times New Roman" panose="02020603050405020304" pitchFamily="18" charset="0"/>
              </a:rPr>
              <a:t>Login()</a:t>
            </a:r>
          </a:p>
          <a:p>
            <a:r>
              <a:rPr lang="en-IN" sz="1600" dirty="0">
                <a:latin typeface="Times New Roman" panose="02020603050405020304" pitchFamily="18" charset="0"/>
                <a:cs typeface="Times New Roman" panose="02020603050405020304" pitchFamily="18" charset="0"/>
              </a:rPr>
              <a:t>View History()</a:t>
            </a:r>
          </a:p>
          <a:p>
            <a:r>
              <a:rPr lang="en-IN" sz="1600" dirty="0">
                <a:latin typeface="Times New Roman" panose="02020603050405020304" pitchFamily="18" charset="0"/>
                <a:cs typeface="Times New Roman" panose="02020603050405020304" pitchFamily="18" charset="0"/>
              </a:rPr>
              <a:t>View Reviews()</a:t>
            </a:r>
          </a:p>
          <a:p>
            <a:r>
              <a:rPr lang="en-IN" sz="1600" dirty="0">
                <a:latin typeface="Times New Roman" panose="02020603050405020304" pitchFamily="18" charset="0"/>
                <a:cs typeface="Times New Roman" panose="02020603050405020304" pitchFamily="18" charset="0"/>
              </a:rPr>
              <a:t>Logout()</a:t>
            </a:r>
          </a:p>
        </p:txBody>
      </p:sp>
      <p:sp>
        <p:nvSpPr>
          <p:cNvPr id="59" name="TextBox 58">
            <a:extLst>
              <a:ext uri="{FF2B5EF4-FFF2-40B4-BE49-F238E27FC236}">
                <a16:creationId xmlns:a16="http://schemas.microsoft.com/office/drawing/2014/main" id="{E93B4B04-F3B6-E606-C683-2A7360A5927D}"/>
              </a:ext>
            </a:extLst>
          </p:cNvPr>
          <p:cNvSpPr txBox="1"/>
          <p:nvPr/>
        </p:nvSpPr>
        <p:spPr>
          <a:xfrm flipH="1">
            <a:off x="8442959" y="756058"/>
            <a:ext cx="1996441" cy="2554545"/>
          </a:xfrm>
          <a:prstGeom prst="rect">
            <a:avLst/>
          </a:prstGeom>
          <a:noFill/>
        </p:spPr>
        <p:txBody>
          <a:bodyPr wrap="square" rtlCol="0">
            <a:spAutoFit/>
          </a:bodyPr>
          <a:lstStyle/>
          <a:p>
            <a:r>
              <a:rPr lang="en-IN" sz="1600" dirty="0" err="1">
                <a:latin typeface="Times New Roman" panose="02020603050405020304" pitchFamily="18" charset="0"/>
                <a:cs typeface="Times New Roman" panose="02020603050405020304" pitchFamily="18" charset="0"/>
              </a:rPr>
              <a:t>Admin_id</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Admin_password</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Admin_dob</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Admin_Name</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Login()</a:t>
            </a:r>
          </a:p>
          <a:p>
            <a:r>
              <a:rPr lang="en-IN" sz="1600" dirty="0">
                <a:latin typeface="Times New Roman" panose="02020603050405020304" pitchFamily="18" charset="0"/>
                <a:cs typeface="Times New Roman" panose="02020603050405020304" pitchFamily="18" charset="0"/>
              </a:rPr>
              <a:t>View Users()</a:t>
            </a:r>
          </a:p>
          <a:p>
            <a:r>
              <a:rPr lang="en-IN" sz="1600" dirty="0">
                <a:latin typeface="Times New Roman" panose="02020603050405020304" pitchFamily="18" charset="0"/>
                <a:cs typeface="Times New Roman" panose="02020603050405020304" pitchFamily="18" charset="0"/>
              </a:rPr>
              <a:t>View Reviews()</a:t>
            </a:r>
          </a:p>
          <a:p>
            <a:r>
              <a:rPr lang="en-IN" sz="1600" dirty="0">
                <a:latin typeface="Times New Roman" panose="02020603050405020304" pitchFamily="18" charset="0"/>
                <a:cs typeface="Times New Roman" panose="02020603050405020304" pitchFamily="18" charset="0"/>
              </a:rPr>
              <a:t>View History()</a:t>
            </a:r>
          </a:p>
          <a:p>
            <a:r>
              <a:rPr lang="en-IN" sz="1600" dirty="0">
                <a:latin typeface="Times New Roman" panose="02020603050405020304" pitchFamily="18" charset="0"/>
                <a:cs typeface="Times New Roman" panose="02020603050405020304" pitchFamily="18" charset="0"/>
              </a:rPr>
              <a:t>Logout()</a:t>
            </a:r>
          </a:p>
        </p:txBody>
      </p:sp>
      <p:sp>
        <p:nvSpPr>
          <p:cNvPr id="60" name="TextBox 59">
            <a:extLst>
              <a:ext uri="{FF2B5EF4-FFF2-40B4-BE49-F238E27FC236}">
                <a16:creationId xmlns:a16="http://schemas.microsoft.com/office/drawing/2014/main" id="{1605D156-401E-1E85-FD00-790F41D0FD88}"/>
              </a:ext>
            </a:extLst>
          </p:cNvPr>
          <p:cNvSpPr txBox="1"/>
          <p:nvPr/>
        </p:nvSpPr>
        <p:spPr>
          <a:xfrm flipH="1">
            <a:off x="4235980" y="4505553"/>
            <a:ext cx="2255517" cy="2062103"/>
          </a:xfrm>
          <a:prstGeom prst="rect">
            <a:avLst/>
          </a:prstGeom>
          <a:noFill/>
        </p:spPr>
        <p:txBody>
          <a:bodyPr wrap="square" rtlCol="0">
            <a:spAutoFit/>
          </a:bodyPr>
          <a:lstStyle/>
          <a:p>
            <a:r>
              <a:rPr lang="en-IN" sz="1600" dirty="0" err="1">
                <a:latin typeface="Times New Roman" panose="02020603050405020304" pitchFamily="18" charset="0"/>
                <a:cs typeface="Times New Roman" panose="02020603050405020304" pitchFamily="18" charset="0"/>
              </a:rPr>
              <a:t>Movie_Id</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Movie_Title</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Movie_genre</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Movie_Comment</a:t>
            </a:r>
            <a:endParaRPr lang="en-IN" sz="1600" dirty="0">
              <a:latin typeface="Times New Roman" panose="02020603050405020304" pitchFamily="18" charset="0"/>
              <a:cs typeface="Times New Roman" panose="02020603050405020304" pitchFamily="18" charset="0"/>
            </a:endParaRPr>
          </a:p>
          <a:p>
            <a:r>
              <a:rPr lang="en-IN" sz="1600" dirty="0" err="1">
                <a:latin typeface="Times New Roman" panose="02020603050405020304" pitchFamily="18" charset="0"/>
                <a:cs typeface="Times New Roman" panose="02020603050405020304" pitchFamily="18" charset="0"/>
              </a:rPr>
              <a:t>Movie_Description</a:t>
            </a:r>
            <a:endParaRPr lang="en-IN" sz="1600" dirty="0">
              <a:latin typeface="Times New Roman" panose="02020603050405020304" pitchFamily="18" charset="0"/>
              <a:cs typeface="Times New Roman" panose="02020603050405020304" pitchFamily="18" charset="0"/>
            </a:endParaRPr>
          </a:p>
          <a:p>
            <a:endParaRPr lang="en-IN" sz="1600" dirty="0">
              <a:latin typeface="Times New Roman" panose="02020603050405020304" pitchFamily="18" charset="0"/>
              <a:cs typeface="Times New Roman" panose="02020603050405020304" pitchFamily="18" charset="0"/>
            </a:endParaRPr>
          </a:p>
          <a:p>
            <a:r>
              <a:rPr lang="en-IN" sz="1600" dirty="0">
                <a:latin typeface="Times New Roman" panose="02020603050405020304" pitchFamily="18" charset="0"/>
                <a:cs typeface="Times New Roman" panose="02020603050405020304" pitchFamily="18" charset="0"/>
              </a:rPr>
              <a:t>Recommendations()</a:t>
            </a:r>
          </a:p>
          <a:p>
            <a:r>
              <a:rPr lang="en-IN" sz="1600" dirty="0">
                <a:latin typeface="Times New Roman" panose="02020603050405020304" pitchFamily="18" charset="0"/>
                <a:cs typeface="Times New Roman" panose="02020603050405020304" pitchFamily="18" charset="0"/>
              </a:rPr>
              <a:t>Reviews()</a:t>
            </a:r>
          </a:p>
        </p:txBody>
      </p:sp>
      <p:cxnSp>
        <p:nvCxnSpPr>
          <p:cNvPr id="76" name="Straight Connector 75">
            <a:extLst>
              <a:ext uri="{FF2B5EF4-FFF2-40B4-BE49-F238E27FC236}">
                <a16:creationId xmlns:a16="http://schemas.microsoft.com/office/drawing/2014/main" id="{A24A463C-E95B-D8C5-21AB-8C2B0E4CE740}"/>
              </a:ext>
            </a:extLst>
          </p:cNvPr>
          <p:cNvCxnSpPr>
            <a:cxnSpLocks/>
          </p:cNvCxnSpPr>
          <p:nvPr/>
        </p:nvCxnSpPr>
        <p:spPr>
          <a:xfrm>
            <a:off x="213359" y="2042360"/>
            <a:ext cx="2843606" cy="0"/>
          </a:xfrm>
          <a:prstGeom prst="line">
            <a:avLst/>
          </a:prstGeom>
        </p:spPr>
        <p:style>
          <a:lnRef idx="2">
            <a:schemeClr val="dk1"/>
          </a:lnRef>
          <a:fillRef idx="0">
            <a:schemeClr val="dk1"/>
          </a:fillRef>
          <a:effectRef idx="1">
            <a:schemeClr val="dk1"/>
          </a:effectRef>
          <a:fontRef idx="minor">
            <a:schemeClr val="tx1"/>
          </a:fontRef>
        </p:style>
      </p:cxnSp>
      <p:cxnSp>
        <p:nvCxnSpPr>
          <p:cNvPr id="79" name="Straight Connector 78">
            <a:extLst>
              <a:ext uri="{FF2B5EF4-FFF2-40B4-BE49-F238E27FC236}">
                <a16:creationId xmlns:a16="http://schemas.microsoft.com/office/drawing/2014/main" id="{A581D770-56AF-335B-5F76-734481B4AB91}"/>
              </a:ext>
            </a:extLst>
          </p:cNvPr>
          <p:cNvCxnSpPr/>
          <p:nvPr/>
        </p:nvCxnSpPr>
        <p:spPr>
          <a:xfrm>
            <a:off x="7782560" y="1842241"/>
            <a:ext cx="2844800" cy="0"/>
          </a:xfrm>
          <a:prstGeom prst="line">
            <a:avLst/>
          </a:prstGeom>
        </p:spPr>
        <p:style>
          <a:lnRef idx="2">
            <a:schemeClr val="dk1"/>
          </a:lnRef>
          <a:fillRef idx="0">
            <a:schemeClr val="dk1"/>
          </a:fillRef>
          <a:effectRef idx="1">
            <a:schemeClr val="dk1"/>
          </a:effectRef>
          <a:fontRef idx="minor">
            <a:schemeClr val="tx1"/>
          </a:fontRef>
        </p:style>
      </p:cxnSp>
      <p:cxnSp>
        <p:nvCxnSpPr>
          <p:cNvPr id="83" name="Straight Connector 82">
            <a:extLst>
              <a:ext uri="{FF2B5EF4-FFF2-40B4-BE49-F238E27FC236}">
                <a16:creationId xmlns:a16="http://schemas.microsoft.com/office/drawing/2014/main" id="{9EE11CCF-A41F-16C8-17F1-78C06375D2C3}"/>
              </a:ext>
            </a:extLst>
          </p:cNvPr>
          <p:cNvCxnSpPr/>
          <p:nvPr/>
        </p:nvCxnSpPr>
        <p:spPr>
          <a:xfrm>
            <a:off x="3926843" y="5828992"/>
            <a:ext cx="2814319" cy="0"/>
          </a:xfrm>
          <a:prstGeom prst="line">
            <a:avLst/>
          </a:prstGeom>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1110471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503050" y="417978"/>
            <a:ext cx="3950319" cy="528034"/>
          </a:xfrm>
        </p:spPr>
        <p:txBody>
          <a:bodyPr>
            <a:noAutofit/>
          </a:bodyPr>
          <a:lstStyle/>
          <a:p>
            <a:pPr algn="ctr"/>
            <a:r>
              <a:rPr lang="en-US" sz="3400" b="1">
                <a:solidFill>
                  <a:srgbClr val="FF0000"/>
                </a:solidFill>
                <a:latin typeface="Times New Roman" panose="02020603050405020304" pitchFamily="18" charset="0"/>
                <a:ea typeface="+mn-ea"/>
                <a:cs typeface="Times New Roman" panose="02020603050405020304" pitchFamily="18" charset="0"/>
              </a:rPr>
              <a:t>ER</a:t>
            </a:r>
            <a:r>
              <a:rPr lang="en-US" sz="2400" b="1">
                <a:solidFill>
                  <a:srgbClr val="1C1C1C"/>
                </a:solidFill>
                <a:latin typeface="Times New Roman" panose="02020603050405020304" pitchFamily="18" charset="0"/>
                <a:cs typeface="Times New Roman" panose="02020603050405020304" pitchFamily="18" charset="0"/>
              </a:rPr>
              <a:t> </a:t>
            </a:r>
            <a:r>
              <a:rPr lang="en-US" sz="3400" b="1">
                <a:solidFill>
                  <a:srgbClr val="FF0000"/>
                </a:solidFill>
                <a:latin typeface="Times New Roman" panose="02020603050405020304" pitchFamily="18" charset="0"/>
                <a:ea typeface="+mn-ea"/>
                <a:cs typeface="Times New Roman" panose="02020603050405020304" pitchFamily="18" charset="0"/>
              </a:rPr>
              <a:t>Diagram</a:t>
            </a:r>
            <a:endParaRPr lang="en-US" sz="3400" b="1" dirty="0">
              <a:solidFill>
                <a:srgbClr val="FF0000"/>
              </a:solidFill>
              <a:latin typeface="Times New Roman" panose="02020603050405020304" pitchFamily="18" charset="0"/>
              <a:ea typeface="+mn-ea"/>
              <a:cs typeface="Times New Roman" panose="02020603050405020304" pitchFamily="18" charset="0"/>
            </a:endParaRPr>
          </a:p>
        </p:txBody>
      </p:sp>
      <p:sp>
        <p:nvSpPr>
          <p:cNvPr id="5" name="Content Placeholder 2"/>
          <p:cNvSpPr>
            <a:spLocks noGrp="1"/>
          </p:cNvSpPr>
          <p:nvPr>
            <p:ph idx="1"/>
          </p:nvPr>
        </p:nvSpPr>
        <p:spPr>
          <a:xfrm>
            <a:off x="1030942" y="1269120"/>
            <a:ext cx="9386046" cy="2359778"/>
          </a:xfrm>
        </p:spPr>
        <p:txBody>
          <a:bodyPr>
            <a:normAutofit/>
          </a:bodyPr>
          <a:lstStyle/>
          <a:p>
            <a:pPr algn="just">
              <a:lnSpc>
                <a:spcPct val="150000"/>
              </a:lnSpc>
              <a:buFont typeface="Wingdings" panose="05000000000000000000" pitchFamily="2" charset="2"/>
              <a:buChar char="Ø"/>
            </a:pPr>
            <a:r>
              <a:rPr lang="en-US" sz="2000" dirty="0">
                <a:solidFill>
                  <a:schemeClr val="tx1"/>
                </a:solidFill>
                <a:latin typeface="Times New Roman" pitchFamily="18" charset="0"/>
                <a:cs typeface="Times New Roman" pitchFamily="18" charset="0"/>
              </a:rPr>
              <a:t>An Entity–relationship model (ER model) describes the structure of a database with the help of a diagram, which is known as Entity Relationship Diagram (ER Diagram). An ER model is a design or blueprint of a database that can later be implemented as a database. The main components of E-R model are: entity set and relationship set.</a:t>
            </a:r>
            <a:endParaRPr lang="en-US" sz="2000" dirty="0">
              <a:solidFill>
                <a:srgbClr val="1C1C1C"/>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lgn="just">
              <a:buNone/>
            </a:pPr>
            <a:endParaRPr lang="en-US" sz="2000" dirty="0">
              <a:solidFill>
                <a:srgbClr val="1C1C1C"/>
              </a:solidFill>
              <a:latin typeface="Times New Roman" panose="02020603050405020304" pitchFamily="18" charset="0"/>
              <a:cs typeface="Times New Roman" panose="02020603050405020304" pitchFamily="18" charset="0"/>
            </a:endParaRPr>
          </a:p>
        </p:txBody>
      </p:sp>
      <p:pic>
        <p:nvPicPr>
          <p:cNvPr id="7" name="Picture 6"/>
          <p:cNvPicPr/>
          <p:nvPr/>
        </p:nvPicPr>
        <p:blipFill>
          <a:blip r:embed="rId2"/>
          <a:stretch>
            <a:fillRect/>
          </a:stretch>
        </p:blipFill>
        <p:spPr>
          <a:xfrm>
            <a:off x="2180897" y="3473877"/>
            <a:ext cx="6400800" cy="3231515"/>
          </a:xfrm>
          <a:prstGeom prst="rect">
            <a:avLst/>
          </a:prstGeom>
        </p:spPr>
      </p:pic>
    </p:spTree>
    <p:extLst>
      <p:ext uri="{BB962C8B-B14F-4D97-AF65-F5344CB8AC3E}">
        <p14:creationId xmlns:p14="http://schemas.microsoft.com/office/powerpoint/2010/main" val="97151699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3170439" y="405177"/>
            <a:ext cx="3950319" cy="528034"/>
          </a:xfrm>
        </p:spPr>
        <p:txBody>
          <a:bodyPr>
            <a:noAutofit/>
          </a:bodyPr>
          <a:lstStyle/>
          <a:p>
            <a:pPr algn="ctr"/>
            <a:r>
              <a:rPr lang="en-US" sz="3400" b="1" dirty="0">
                <a:solidFill>
                  <a:srgbClr val="FF0000"/>
                </a:solidFill>
                <a:latin typeface="Times New Roman" panose="02020603050405020304" pitchFamily="18" charset="0"/>
                <a:ea typeface="+mn-ea"/>
                <a:cs typeface="Times New Roman" panose="02020603050405020304" pitchFamily="18" charset="0"/>
              </a:rPr>
              <a:t>Activity Diagram</a:t>
            </a:r>
          </a:p>
        </p:txBody>
      </p:sp>
      <p:sp>
        <p:nvSpPr>
          <p:cNvPr id="5" name="Content Placeholder 2"/>
          <p:cNvSpPr>
            <a:spLocks noGrp="1"/>
          </p:cNvSpPr>
          <p:nvPr>
            <p:ph idx="1"/>
          </p:nvPr>
        </p:nvSpPr>
        <p:spPr>
          <a:xfrm>
            <a:off x="589281" y="1627109"/>
            <a:ext cx="9963284" cy="4297680"/>
          </a:xfrm>
        </p:spPr>
        <p:txBody>
          <a:bodyPr>
            <a:normAutofit/>
          </a:bodyPr>
          <a:lstStyle/>
          <a:p>
            <a:pPr algn="just">
              <a:lnSpc>
                <a:spcPct val="150000"/>
              </a:lnSpc>
              <a:buFont typeface="Wingdings" panose="05000000000000000000" pitchFamily="2" charset="2"/>
              <a:buChar char="Ø"/>
            </a:pPr>
            <a:r>
              <a:rPr lang="en-US" sz="2400" dirty="0">
                <a:solidFill>
                  <a:schemeClr val="tx1"/>
                </a:solidFill>
                <a:latin typeface="Times New Roman" pitchFamily="18" charset="0"/>
                <a:cs typeface="Times New Roman" pitchFamily="18" charset="0"/>
              </a:rPr>
              <a:t>Activity diagrams are graphical representations of workflows of stepwise activities and actions with support for choice, iteration, and concurrency.</a:t>
            </a:r>
          </a:p>
          <a:p>
            <a:pPr algn="just">
              <a:lnSpc>
                <a:spcPct val="150000"/>
              </a:lnSpc>
              <a:buFont typeface="Wingdings" panose="05000000000000000000" pitchFamily="2" charset="2"/>
              <a:buChar char="Ø"/>
            </a:pPr>
            <a:r>
              <a:rPr lang="en-US" sz="2400" dirty="0">
                <a:solidFill>
                  <a:schemeClr val="tx1"/>
                </a:solidFill>
                <a:latin typeface="Times New Roman" pitchFamily="18" charset="0"/>
                <a:cs typeface="Times New Roman" pitchFamily="18" charset="0"/>
              </a:rPr>
              <a:t> In the Unified Modeling Language, activity diagrams can be used to describe the business and operational step-by-step workflows of components in a system. An activity diagram shows the overall flow of control.</a:t>
            </a:r>
          </a:p>
          <a:p>
            <a:pPr marL="342900" marR="0" lvl="0" indent="-342900" algn="just">
              <a:lnSpc>
                <a:spcPct val="150000"/>
              </a:lnSpc>
              <a:spcBef>
                <a:spcPts val="0"/>
              </a:spcBef>
              <a:spcAft>
                <a:spcPts val="800"/>
              </a:spcAft>
              <a:buFont typeface="Symbol" panose="05050102010706020507" pitchFamily="18" charset="2"/>
              <a:buChar char=""/>
            </a:pPr>
            <a:endParaRPr lang="en-US" sz="2400" dirty="0">
              <a:solidFill>
                <a:srgbClr val="1C1C1C"/>
              </a:solidFill>
              <a:effectLst/>
              <a:latin typeface="Times New Roman" panose="02020603050405020304" pitchFamily="18" charset="0"/>
              <a:ea typeface="Calibri" panose="020F0502020204030204" pitchFamily="34" charset="0"/>
              <a:cs typeface="Times New Roman" panose="02020603050405020304" pitchFamily="18" charset="0"/>
            </a:endParaRPr>
          </a:p>
          <a:p>
            <a:pPr marL="0" indent="0">
              <a:buNone/>
            </a:pPr>
            <a:endParaRPr lang="en-US" sz="2000" dirty="0">
              <a:solidFill>
                <a:srgbClr val="1C1C1C"/>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1923114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p:nvPr/>
        </p:nvPicPr>
        <p:blipFill>
          <a:blip r:embed="rId2">
            <a:extLst>
              <a:ext uri="{28A0092B-C50C-407E-A947-70E740481C1C}">
                <a14:useLocalDpi xmlns:a14="http://schemas.microsoft.com/office/drawing/2010/main" val="0"/>
              </a:ext>
            </a:extLst>
          </a:blip>
          <a:srcRect/>
          <a:stretch>
            <a:fillRect/>
          </a:stretch>
        </p:blipFill>
        <p:spPr bwMode="auto">
          <a:xfrm>
            <a:off x="3271837" y="158843"/>
            <a:ext cx="5648325" cy="6486525"/>
          </a:xfrm>
          <a:prstGeom prst="rect">
            <a:avLst/>
          </a:prstGeom>
          <a:noFill/>
          <a:ln>
            <a:noFill/>
          </a:ln>
        </p:spPr>
      </p:pic>
    </p:spTree>
    <p:extLst>
      <p:ext uri="{BB962C8B-B14F-4D97-AF65-F5344CB8AC3E}">
        <p14:creationId xmlns:p14="http://schemas.microsoft.com/office/powerpoint/2010/main" val="188174519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0D99EC6D-5B60-8354-A4C7-7AF1214B81F1}"/>
              </a:ext>
            </a:extLst>
          </p:cNvPr>
          <p:cNvSpPr txBox="1"/>
          <p:nvPr/>
        </p:nvSpPr>
        <p:spPr>
          <a:xfrm>
            <a:off x="396240" y="1331473"/>
            <a:ext cx="10444479" cy="2924198"/>
          </a:xfrm>
          <a:prstGeom prst="rect">
            <a:avLst/>
          </a:prstGeom>
          <a:noFill/>
        </p:spPr>
        <p:txBody>
          <a:bodyPr wrap="square">
            <a:spAutoFit/>
          </a:bodyPr>
          <a:lstStyle/>
          <a:p>
            <a:pPr marL="342900" indent="-342900" algn="just">
              <a:lnSpc>
                <a:spcPct val="150000"/>
              </a:lnSpc>
              <a:spcBef>
                <a:spcPts val="1000"/>
              </a:spcBef>
              <a:buClr>
                <a:schemeClr val="accent1">
                  <a:lumMod val="75000"/>
                </a:schemeClr>
              </a:buClr>
              <a:buSzPct val="80000"/>
              <a:buFont typeface="Wingdings" panose="05000000000000000000" pitchFamily="2" charset="2"/>
              <a:buChar char="Ø"/>
            </a:pPr>
            <a:r>
              <a:rPr lang="en-US" sz="2400" dirty="0">
                <a:latin typeface="Times New Roman" pitchFamily="18" charset="0"/>
                <a:cs typeface="Times New Roman" pitchFamily="18" charset="0"/>
              </a:rPr>
              <a:t>The deployment diagram represents the deployment view of a system. It is related to the component diagram. Because the components are deployed using the deployment diagrams. </a:t>
            </a:r>
          </a:p>
          <a:p>
            <a:pPr marL="342900" indent="-342900" algn="just">
              <a:lnSpc>
                <a:spcPct val="150000"/>
              </a:lnSpc>
              <a:spcBef>
                <a:spcPts val="1000"/>
              </a:spcBef>
              <a:buClr>
                <a:schemeClr val="accent1">
                  <a:lumMod val="75000"/>
                </a:schemeClr>
              </a:buClr>
              <a:buSzPct val="80000"/>
              <a:buFont typeface="Wingdings" panose="05000000000000000000" pitchFamily="2" charset="2"/>
              <a:buChar char="Ø"/>
            </a:pPr>
            <a:r>
              <a:rPr lang="en-US" sz="2400" dirty="0">
                <a:latin typeface="Times New Roman" pitchFamily="18" charset="0"/>
                <a:cs typeface="Times New Roman" pitchFamily="18" charset="0"/>
              </a:rPr>
              <a:t>A deployment diagram consists of nodes. Nodes are nothing but physical hardware used to deploy the application.</a:t>
            </a:r>
          </a:p>
        </p:txBody>
      </p:sp>
      <p:sp>
        <p:nvSpPr>
          <p:cNvPr id="5" name="TextBox 4">
            <a:extLst>
              <a:ext uri="{FF2B5EF4-FFF2-40B4-BE49-F238E27FC236}">
                <a16:creationId xmlns:a16="http://schemas.microsoft.com/office/drawing/2014/main" id="{D1DEAA32-6931-B0C1-05FD-B8C557A79B1A}"/>
              </a:ext>
            </a:extLst>
          </p:cNvPr>
          <p:cNvSpPr txBox="1"/>
          <p:nvPr/>
        </p:nvSpPr>
        <p:spPr>
          <a:xfrm>
            <a:off x="2095696" y="349752"/>
            <a:ext cx="6099906" cy="615553"/>
          </a:xfrm>
          <a:prstGeom prst="rect">
            <a:avLst/>
          </a:prstGeom>
          <a:noFill/>
        </p:spPr>
        <p:txBody>
          <a:bodyPr wrap="square">
            <a:spAutoFit/>
          </a:bodyPr>
          <a:lstStyle/>
          <a:p>
            <a:pPr algn="ctr"/>
            <a:r>
              <a:rPr lang="en-US" sz="3400" b="1" dirty="0">
                <a:solidFill>
                  <a:srgbClr val="FF0000"/>
                </a:solidFill>
                <a:latin typeface="Times New Roman" panose="02020603050405020304" pitchFamily="18" charset="0"/>
                <a:cs typeface="Times New Roman" panose="02020603050405020304" pitchFamily="18" charset="0"/>
              </a:rPr>
              <a:t>Deployment Diagram</a:t>
            </a:r>
            <a:endParaRPr lang="en-IN" sz="3400" b="1" dirty="0">
              <a:solidFill>
                <a:srgbClr val="FF0000"/>
              </a:solidFill>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F80FAAB5-8C77-4774-FA79-60B70BDCF825}"/>
              </a:ext>
            </a:extLst>
          </p:cNvPr>
          <p:cNvPicPr/>
          <p:nvPr/>
        </p:nvPicPr>
        <p:blipFill>
          <a:blip r:embed="rId2">
            <a:extLst>
              <a:ext uri="{28A0092B-C50C-407E-A947-70E740481C1C}">
                <a14:useLocalDpi xmlns:a14="http://schemas.microsoft.com/office/drawing/2010/main" val="0"/>
              </a:ext>
            </a:extLst>
          </a:blip>
          <a:srcRect/>
          <a:stretch>
            <a:fillRect/>
          </a:stretch>
        </p:blipFill>
        <p:spPr bwMode="auto">
          <a:xfrm>
            <a:off x="2484412" y="4705879"/>
            <a:ext cx="6100788" cy="699242"/>
          </a:xfrm>
          <a:prstGeom prst="rect">
            <a:avLst/>
          </a:prstGeom>
          <a:noFill/>
          <a:ln>
            <a:noFill/>
          </a:ln>
        </p:spPr>
      </p:pic>
    </p:spTree>
    <p:extLst>
      <p:ext uri="{BB962C8B-B14F-4D97-AF65-F5344CB8AC3E}">
        <p14:creationId xmlns:p14="http://schemas.microsoft.com/office/powerpoint/2010/main" val="20051428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99E91BF8-997D-5C73-555E-89F0ECEB7106}"/>
              </a:ext>
            </a:extLst>
          </p:cNvPr>
          <p:cNvSpPr txBox="1"/>
          <p:nvPr/>
        </p:nvSpPr>
        <p:spPr>
          <a:xfrm>
            <a:off x="555812" y="1750201"/>
            <a:ext cx="9063317" cy="3903954"/>
          </a:xfrm>
          <a:prstGeom prst="rect">
            <a:avLst/>
          </a:prstGeom>
          <a:noFill/>
        </p:spPr>
        <p:txBody>
          <a:bodyPr wrap="square">
            <a:spAutoFit/>
          </a:bodyPr>
          <a:lstStyle/>
          <a:p>
            <a:pPr algn="just">
              <a:lnSpc>
                <a:spcPct val="150000"/>
              </a:lnSpc>
              <a:spcBef>
                <a:spcPts val="1200"/>
              </a:spcBef>
              <a:spcAft>
                <a:spcPts val="1000"/>
              </a:spcAft>
            </a:pPr>
            <a:r>
              <a:rPr lang="en-US" sz="2400" dirty="0">
                <a:solidFill>
                  <a:srgbClr val="333333"/>
                </a:solidFill>
                <a:effectLst/>
                <a:latin typeface="Times New Roman" panose="02020603050405020304" pitchFamily="18" charset="0"/>
                <a:ea typeface="Calibri" panose="020F0502020204030204" pitchFamily="34" charset="0"/>
              </a:rPr>
              <a:t>The research goal of this work is to address by constructing an approach that can classify movie ratings and then compare the results in an inclusive study of well-known classifier. To evaluate the proposed model, movie reviews dataset was utilized. Tokenization was applied on the dataset to transfer strings into word vector, then stemming was used to extract the root of the words, afterwards gain ratio was applied on the dataset as an attribute selection algorithm.</a:t>
            </a:r>
            <a:endParaRPr lang="en-IN" sz="2400" dirty="0">
              <a:solidFill>
                <a:srgbClr val="333333"/>
              </a:solidFill>
              <a:effectLst/>
              <a:latin typeface="Times New Roman" panose="02020603050405020304" pitchFamily="18" charset="0"/>
              <a:ea typeface="Calibri" panose="020F0502020204030204" pitchFamily="34" charset="0"/>
            </a:endParaRPr>
          </a:p>
        </p:txBody>
      </p:sp>
    </p:spTree>
    <p:extLst>
      <p:ext uri="{BB962C8B-B14F-4D97-AF65-F5344CB8AC3E}">
        <p14:creationId xmlns:p14="http://schemas.microsoft.com/office/powerpoint/2010/main" val="2781784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Thank You Images – Browse 176,120 Stock Photos, Vectors, and Video | Adobe  Stock">
            <a:extLst>
              <a:ext uri="{FF2B5EF4-FFF2-40B4-BE49-F238E27FC236}">
                <a16:creationId xmlns:a16="http://schemas.microsoft.com/office/drawing/2014/main" id="{5B33E3A3-298D-638E-667A-1626960A6F7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6165" y="1356472"/>
            <a:ext cx="8892989" cy="41450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8315562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F496CB"/>
      </a:accent1>
      <a:accent2>
        <a:srgbClr val="BC356F"/>
      </a:accent2>
      <a:accent3>
        <a:srgbClr val="E65331"/>
      </a:accent3>
      <a:accent4>
        <a:srgbClr val="F27E19"/>
      </a:accent4>
      <a:accent5>
        <a:srgbClr val="F2AC19"/>
      </a:accent5>
      <a:accent6>
        <a:srgbClr val="BC80E0"/>
      </a:accent6>
      <a:hlink>
        <a:srgbClr val="EF5285"/>
      </a:hlink>
      <a:folHlink>
        <a:srgbClr val="F77F90"/>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23659B44-6E34-4CE8-8F0D-387DA7996826}"/>
    </a:ext>
  </a:extLst>
</a:theme>
</file>

<file path=docProps/app.xml><?xml version="1.0" encoding="utf-8"?>
<Properties xmlns="http://schemas.openxmlformats.org/officeDocument/2006/extended-properties" xmlns:vt="http://schemas.openxmlformats.org/officeDocument/2006/docPropsVTypes">
  <Template>Facet</Template>
  <TotalTime>1819</TotalTime>
  <Words>1333</Words>
  <Application>Microsoft Office PowerPoint</Application>
  <PresentationFormat>Widescreen</PresentationFormat>
  <Paragraphs>164</Paragraphs>
  <Slides>24</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Arial</vt:lpstr>
      <vt:lpstr>Calibri</vt:lpstr>
      <vt:lpstr>Calibri Light</vt:lpstr>
      <vt:lpstr>Symbol</vt:lpstr>
      <vt:lpstr>Times New Roman</vt:lpstr>
      <vt:lpstr>Trebuchet MS</vt:lpstr>
      <vt:lpstr>Wingdings</vt:lpstr>
      <vt:lpstr>Wingdings 3</vt:lpstr>
      <vt:lpstr>Facet</vt:lpstr>
      <vt:lpstr>                Madanapalle Institute of Technology and Science  Master of Computer Applications Movie Recommendation System using Hybrid Filtering and Sentimental Analysis           </vt:lpstr>
      <vt:lpstr>Contents</vt:lpstr>
      <vt:lpstr>Abstract</vt:lpstr>
      <vt:lpstr>                        Introduction</vt:lpstr>
      <vt:lpstr> Existing System </vt:lpstr>
      <vt:lpstr>Disadvantages</vt:lpstr>
      <vt:lpstr>  Proposed System</vt:lpstr>
      <vt:lpstr>                                         Advantages</vt:lpstr>
      <vt:lpstr>Software /Hardware Specifications</vt:lpstr>
      <vt:lpstr>Hardware Specifications:</vt:lpstr>
      <vt:lpstr>Module Descriptions</vt:lpstr>
      <vt:lpstr>Module Descriptions</vt:lpstr>
      <vt:lpstr>Use Case Diagram</vt:lpstr>
      <vt:lpstr>PowerPoint Presentation</vt:lpstr>
      <vt:lpstr>Sequence Diagram</vt:lpstr>
      <vt:lpstr>PowerPoint Presentation</vt:lpstr>
      <vt:lpstr>Class Diagram</vt:lpstr>
      <vt:lpstr>PowerPoint Presentation</vt:lpstr>
      <vt:lpstr>ER Diagram</vt:lpstr>
      <vt:lpstr>Activity Diagram</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Madanapalle Institute of Technology and Science  Master of Computer Applications Movie Recommendation System using Hybrid Filtering and Sentimental Analysis</dc:title>
  <dc:creator>GOPANA GOPALA KRISHNA</dc:creator>
  <cp:lastModifiedBy>GOPANA GOPALA KRISHNA</cp:lastModifiedBy>
  <cp:revision>31</cp:revision>
  <dcterms:created xsi:type="dcterms:W3CDTF">2022-07-14T06:18:54Z</dcterms:created>
  <dcterms:modified xsi:type="dcterms:W3CDTF">2022-08-22T07:37:54Z</dcterms:modified>
</cp:coreProperties>
</file>